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558" r:id="rId3"/>
    <p:sldId id="535" r:id="rId4"/>
    <p:sldId id="260" r:id="rId5"/>
    <p:sldId id="536" r:id="rId6"/>
    <p:sldId id="545" r:id="rId7"/>
    <p:sldId id="258" r:id="rId8"/>
    <p:sldId id="537" r:id="rId9"/>
    <p:sldId id="525" r:id="rId10"/>
    <p:sldId id="508" r:id="rId11"/>
    <p:sldId id="314" r:id="rId12"/>
    <p:sldId id="528" r:id="rId14"/>
    <p:sldId id="547" r:id="rId15"/>
    <p:sldId id="523" r:id="rId16"/>
    <p:sldId id="546" r:id="rId17"/>
    <p:sldId id="499" r:id="rId18"/>
    <p:sldId id="500" r:id="rId19"/>
    <p:sldId id="506" r:id="rId20"/>
    <p:sldId id="519" r:id="rId21"/>
    <p:sldId id="269" r:id="rId22"/>
    <p:sldId id="270" r:id="rId23"/>
    <p:sldId id="271" r:id="rId24"/>
    <p:sldId id="530" r:id="rId25"/>
    <p:sldId id="550" r:id="rId26"/>
    <p:sldId id="531" r:id="rId27"/>
    <p:sldId id="383" r:id="rId28"/>
    <p:sldId id="521" r:id="rId29"/>
    <p:sldId id="532" r:id="rId30"/>
    <p:sldId id="543" r:id="rId31"/>
    <p:sldId id="533" r:id="rId32"/>
    <p:sldId id="534" r:id="rId33"/>
    <p:sldId id="544" r:id="rId34"/>
    <p:sldId id="539" r:id="rId35"/>
    <p:sldId id="540" r:id="rId36"/>
    <p:sldId id="541" r:id="rId37"/>
    <p:sldId id="553" r:id="rId38"/>
    <p:sldId id="542" r:id="rId39"/>
    <p:sldId id="554" r:id="rId40"/>
    <p:sldId id="555" r:id="rId41"/>
    <p:sldId id="557" r:id="rId42"/>
    <p:sldId id="556" r:id="rId43"/>
    <p:sldId id="551" r:id="rId44"/>
    <p:sldId id="552" r:id="rId4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CE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49"/>
    <p:restoredTop sz="95662"/>
  </p:normalViewPr>
  <p:slideViewPr>
    <p:cSldViewPr snapToGrid="0" snapToObjects="1">
      <p:cViewPr varScale="1">
        <p:scale>
          <a:sx n="100" d="100"/>
          <a:sy n="100" d="100"/>
        </p:scale>
        <p:origin x="89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7A60214-3A3B-DA4C-9BCD-32A0784F6525}" type="doc">
      <dgm:prSet loTypeId="urn:microsoft.com/office/officeart/2005/8/layout/process1" loCatId="" qsTypeId="urn:microsoft.com/office/officeart/2005/8/quickstyle/simple1" qsCatId="simple" csTypeId="urn:microsoft.com/office/officeart/2005/8/colors/accent1_2" csCatId="accent1" phldr="1"/>
      <dgm:spPr/>
    </dgm:pt>
    <dgm:pt modelId="{A1475C48-D499-B84E-AE2C-FB028B5378CB}">
      <dgm:prSet phldrT="[Текст]"/>
      <dgm:spPr/>
      <dgm:t>
        <a:bodyPr/>
        <a:lstStyle/>
        <a:p>
          <a:r>
            <a:rPr lang="ru-RU" dirty="0"/>
            <a:t>вентили</a:t>
          </a:r>
        </a:p>
      </dgm:t>
    </dgm:pt>
    <dgm:pt modelId="{D22DC942-ADF6-0846-82CF-8E3AD14F7AA3}" cxnId="{E8F440C4-B7C8-8044-BFAE-F998068A6135}" type="parTrans">
      <dgm:prSet/>
      <dgm:spPr/>
      <dgm:t>
        <a:bodyPr/>
        <a:lstStyle/>
        <a:p>
          <a:endParaRPr lang="ru-RU"/>
        </a:p>
      </dgm:t>
    </dgm:pt>
    <dgm:pt modelId="{0EBBE9D2-140C-5941-A7A9-4423B6661D26}" cxnId="{E8F440C4-B7C8-8044-BFAE-F998068A6135}" type="sibTrans">
      <dgm:prSet/>
      <dgm:spPr/>
      <dgm:t>
        <a:bodyPr/>
        <a:lstStyle/>
        <a:p>
          <a:endParaRPr lang="ru-RU"/>
        </a:p>
      </dgm:t>
    </dgm:pt>
    <dgm:pt modelId="{5EE7D2EF-B2A0-2649-A5DE-A7B5C897C19D}">
      <dgm:prSet phldrT="[Текст]"/>
      <dgm:spPr/>
      <dgm:t>
        <a:bodyPr/>
        <a:lstStyle/>
        <a:p>
          <a:r>
            <a:rPr lang="ru-RU" dirty="0"/>
            <a:t>типовые ЦУ (КЦУ, ПЦУ) </a:t>
          </a:r>
        </a:p>
      </dgm:t>
    </dgm:pt>
    <dgm:pt modelId="{6A028071-B177-B347-8E52-9CAB51F9E19E}" cxnId="{F0E4D6BC-D881-0F4C-98B5-298A5BC7AB53}" type="parTrans">
      <dgm:prSet/>
      <dgm:spPr/>
      <dgm:t>
        <a:bodyPr/>
        <a:lstStyle/>
        <a:p>
          <a:endParaRPr lang="ru-RU"/>
        </a:p>
      </dgm:t>
    </dgm:pt>
    <dgm:pt modelId="{904892C1-382D-F944-A970-40C56A3F7C8B}" cxnId="{F0E4D6BC-D881-0F4C-98B5-298A5BC7AB53}" type="sibTrans">
      <dgm:prSet/>
      <dgm:spPr/>
      <dgm:t>
        <a:bodyPr/>
        <a:lstStyle/>
        <a:p>
          <a:endParaRPr lang="ru-RU"/>
        </a:p>
      </dgm:t>
    </dgm:pt>
    <dgm:pt modelId="{4A342629-4B60-A64C-AAFE-93C80D6C7057}">
      <dgm:prSet phldrT="[Текст]"/>
      <dgm:spPr/>
      <dgm:t>
        <a:bodyPr/>
        <a:lstStyle/>
        <a:p>
          <a:r>
            <a:rPr lang="ru-RU" dirty="0"/>
            <a:t>универсальные ЦУ</a:t>
          </a:r>
        </a:p>
      </dgm:t>
    </dgm:pt>
    <dgm:pt modelId="{4BC27E31-A8A6-6E4F-9909-2F15FE1FF3FC}" cxnId="{F4662869-99FC-724C-855E-4CB04F7B4AF2}" type="parTrans">
      <dgm:prSet/>
      <dgm:spPr/>
      <dgm:t>
        <a:bodyPr/>
        <a:lstStyle/>
        <a:p>
          <a:endParaRPr lang="ru-RU"/>
        </a:p>
      </dgm:t>
    </dgm:pt>
    <dgm:pt modelId="{E64D5747-E614-E747-863B-54EEF0415047}" cxnId="{F4662869-99FC-724C-855E-4CB04F7B4AF2}" type="sibTrans">
      <dgm:prSet/>
      <dgm:spPr/>
      <dgm:t>
        <a:bodyPr/>
        <a:lstStyle/>
        <a:p>
          <a:endParaRPr lang="ru-RU"/>
        </a:p>
      </dgm:t>
    </dgm:pt>
    <dgm:pt modelId="{31AA3657-6BD2-6E4A-B7EA-0FEEBD37073B}" type="pres">
      <dgm:prSet presAssocID="{97A60214-3A3B-DA4C-9BCD-32A0784F6525}" presName="Name0" presStyleCnt="0">
        <dgm:presLayoutVars>
          <dgm:dir/>
          <dgm:resizeHandles val="exact"/>
        </dgm:presLayoutVars>
      </dgm:prSet>
      <dgm:spPr/>
    </dgm:pt>
    <dgm:pt modelId="{4E6118CE-9C0C-B54D-9F06-F4E0105D392D}" type="pres">
      <dgm:prSet presAssocID="{A1475C48-D499-B84E-AE2C-FB028B5378CB}" presName="node" presStyleLbl="node1" presStyleIdx="0" presStyleCnt="3">
        <dgm:presLayoutVars>
          <dgm:bulletEnabled val="1"/>
        </dgm:presLayoutVars>
      </dgm:prSet>
      <dgm:spPr/>
    </dgm:pt>
    <dgm:pt modelId="{79DCD3AB-9B43-D344-8426-A2954780749A}" type="pres">
      <dgm:prSet presAssocID="{0EBBE9D2-140C-5941-A7A9-4423B6661D26}" presName="sibTrans" presStyleLbl="sibTrans2D1" presStyleIdx="0" presStyleCnt="2"/>
      <dgm:spPr/>
    </dgm:pt>
    <dgm:pt modelId="{FE97023B-1534-2649-81EF-CC077F6D1622}" type="pres">
      <dgm:prSet presAssocID="{0EBBE9D2-140C-5941-A7A9-4423B6661D26}" presName="connectorText" presStyleLbl="sibTrans2D1" presStyleIdx="0" presStyleCnt="2"/>
      <dgm:spPr/>
    </dgm:pt>
    <dgm:pt modelId="{11053B4D-F5FC-7142-833E-0A87282D8E2E}" type="pres">
      <dgm:prSet presAssocID="{5EE7D2EF-B2A0-2649-A5DE-A7B5C897C19D}" presName="node" presStyleLbl="node1" presStyleIdx="1" presStyleCnt="3">
        <dgm:presLayoutVars>
          <dgm:bulletEnabled val="1"/>
        </dgm:presLayoutVars>
      </dgm:prSet>
      <dgm:spPr/>
    </dgm:pt>
    <dgm:pt modelId="{D79B9CAF-558D-8341-934A-D0803E3306CC}" type="pres">
      <dgm:prSet presAssocID="{904892C1-382D-F944-A970-40C56A3F7C8B}" presName="sibTrans" presStyleLbl="sibTrans2D1" presStyleIdx="1" presStyleCnt="2"/>
      <dgm:spPr/>
    </dgm:pt>
    <dgm:pt modelId="{BF416141-9FCE-0E42-A40D-E39EAAC08370}" type="pres">
      <dgm:prSet presAssocID="{904892C1-382D-F944-A970-40C56A3F7C8B}" presName="connectorText" presStyleLbl="sibTrans2D1" presStyleIdx="1" presStyleCnt="2"/>
      <dgm:spPr/>
    </dgm:pt>
    <dgm:pt modelId="{0301E8B2-FFFA-5740-9CF9-70E52DC4DC8B}" type="pres">
      <dgm:prSet presAssocID="{4A342629-4B60-A64C-AAFE-93C80D6C7057}" presName="node" presStyleLbl="node1" presStyleIdx="2" presStyleCnt="3">
        <dgm:presLayoutVars>
          <dgm:bulletEnabled val="1"/>
        </dgm:presLayoutVars>
      </dgm:prSet>
      <dgm:spPr/>
    </dgm:pt>
  </dgm:ptLst>
  <dgm:cxnLst>
    <dgm:cxn modelId="{94342014-E1FC-F545-862F-14A8E1EBE22B}" type="presOf" srcId="{97A60214-3A3B-DA4C-9BCD-32A0784F6525}" destId="{31AA3657-6BD2-6E4A-B7EA-0FEEBD37073B}" srcOrd="0" destOrd="0" presId="urn:microsoft.com/office/officeart/2005/8/layout/process1"/>
    <dgm:cxn modelId="{EDB1D166-C58E-0343-A0B4-CC45DD0B04DF}" type="presOf" srcId="{A1475C48-D499-B84E-AE2C-FB028B5378CB}" destId="{4E6118CE-9C0C-B54D-9F06-F4E0105D392D}" srcOrd="0" destOrd="0" presId="urn:microsoft.com/office/officeart/2005/8/layout/process1"/>
    <dgm:cxn modelId="{F4662869-99FC-724C-855E-4CB04F7B4AF2}" srcId="{97A60214-3A3B-DA4C-9BCD-32A0784F6525}" destId="{4A342629-4B60-A64C-AAFE-93C80D6C7057}" srcOrd="2" destOrd="0" parTransId="{4BC27E31-A8A6-6E4F-9909-2F15FE1FF3FC}" sibTransId="{E64D5747-E614-E747-863B-54EEF0415047}"/>
    <dgm:cxn modelId="{C5A2C684-EC41-164D-9A37-0E315D92F836}" type="presOf" srcId="{904892C1-382D-F944-A970-40C56A3F7C8B}" destId="{BF416141-9FCE-0E42-A40D-E39EAAC08370}" srcOrd="1" destOrd="0" presId="urn:microsoft.com/office/officeart/2005/8/layout/process1"/>
    <dgm:cxn modelId="{17113491-B05F-F149-8C96-1D79B7DE15B8}" type="presOf" srcId="{904892C1-382D-F944-A970-40C56A3F7C8B}" destId="{D79B9CAF-558D-8341-934A-D0803E3306CC}" srcOrd="0" destOrd="0" presId="urn:microsoft.com/office/officeart/2005/8/layout/process1"/>
    <dgm:cxn modelId="{8C0C3999-E84F-4A4D-A553-FDC09718C51F}" type="presOf" srcId="{0EBBE9D2-140C-5941-A7A9-4423B6661D26}" destId="{FE97023B-1534-2649-81EF-CC077F6D1622}" srcOrd="1" destOrd="0" presId="urn:microsoft.com/office/officeart/2005/8/layout/process1"/>
    <dgm:cxn modelId="{F0E4D6BC-D881-0F4C-98B5-298A5BC7AB53}" srcId="{97A60214-3A3B-DA4C-9BCD-32A0784F6525}" destId="{5EE7D2EF-B2A0-2649-A5DE-A7B5C897C19D}" srcOrd="1" destOrd="0" parTransId="{6A028071-B177-B347-8E52-9CAB51F9E19E}" sibTransId="{904892C1-382D-F944-A970-40C56A3F7C8B}"/>
    <dgm:cxn modelId="{A0A7A5BD-454B-9049-9AF5-462BEF22630E}" type="presOf" srcId="{0EBBE9D2-140C-5941-A7A9-4423B6661D26}" destId="{79DCD3AB-9B43-D344-8426-A2954780749A}" srcOrd="0" destOrd="0" presId="urn:microsoft.com/office/officeart/2005/8/layout/process1"/>
    <dgm:cxn modelId="{E8F440C4-B7C8-8044-BFAE-F998068A6135}" srcId="{97A60214-3A3B-DA4C-9BCD-32A0784F6525}" destId="{A1475C48-D499-B84E-AE2C-FB028B5378CB}" srcOrd="0" destOrd="0" parTransId="{D22DC942-ADF6-0846-82CF-8E3AD14F7AA3}" sibTransId="{0EBBE9D2-140C-5941-A7A9-4423B6661D26}"/>
    <dgm:cxn modelId="{2569E7DC-5568-594E-8713-6FCECB865EDF}" type="presOf" srcId="{5EE7D2EF-B2A0-2649-A5DE-A7B5C897C19D}" destId="{11053B4D-F5FC-7142-833E-0A87282D8E2E}" srcOrd="0" destOrd="0" presId="urn:microsoft.com/office/officeart/2005/8/layout/process1"/>
    <dgm:cxn modelId="{CE3D74E7-623B-7445-AEA5-CEFA572ACE7B}" type="presOf" srcId="{4A342629-4B60-A64C-AAFE-93C80D6C7057}" destId="{0301E8B2-FFFA-5740-9CF9-70E52DC4DC8B}" srcOrd="0" destOrd="0" presId="urn:microsoft.com/office/officeart/2005/8/layout/process1"/>
    <dgm:cxn modelId="{8D20858D-D422-AE44-8C36-8640FA23A628}" type="presParOf" srcId="{31AA3657-6BD2-6E4A-B7EA-0FEEBD37073B}" destId="{4E6118CE-9C0C-B54D-9F06-F4E0105D392D}" srcOrd="0" destOrd="0" presId="urn:microsoft.com/office/officeart/2005/8/layout/process1"/>
    <dgm:cxn modelId="{56AB37ED-7259-534F-930E-2972B4417548}" type="presParOf" srcId="{31AA3657-6BD2-6E4A-B7EA-0FEEBD37073B}" destId="{79DCD3AB-9B43-D344-8426-A2954780749A}" srcOrd="1" destOrd="0" presId="urn:microsoft.com/office/officeart/2005/8/layout/process1"/>
    <dgm:cxn modelId="{6D2EFD4A-576B-2E48-967B-7363DFD31EA5}" type="presParOf" srcId="{79DCD3AB-9B43-D344-8426-A2954780749A}" destId="{FE97023B-1534-2649-81EF-CC077F6D1622}" srcOrd="0" destOrd="0" presId="urn:microsoft.com/office/officeart/2005/8/layout/process1"/>
    <dgm:cxn modelId="{816375FD-F7A1-794A-9F9D-FC48C825D52E}" type="presParOf" srcId="{31AA3657-6BD2-6E4A-B7EA-0FEEBD37073B}" destId="{11053B4D-F5FC-7142-833E-0A87282D8E2E}" srcOrd="2" destOrd="0" presId="urn:microsoft.com/office/officeart/2005/8/layout/process1"/>
    <dgm:cxn modelId="{0C8B460D-D109-9540-9694-ACB0CD6AC8E8}" type="presParOf" srcId="{31AA3657-6BD2-6E4A-B7EA-0FEEBD37073B}" destId="{D79B9CAF-558D-8341-934A-D0803E3306CC}" srcOrd="3" destOrd="0" presId="urn:microsoft.com/office/officeart/2005/8/layout/process1"/>
    <dgm:cxn modelId="{0F0A2F0B-101A-CE49-99E3-EC3C06239926}" type="presParOf" srcId="{D79B9CAF-558D-8341-934A-D0803E3306CC}" destId="{BF416141-9FCE-0E42-A40D-E39EAAC08370}" srcOrd="0" destOrd="0" presId="urn:microsoft.com/office/officeart/2005/8/layout/process1"/>
    <dgm:cxn modelId="{D046AD05-BBD6-094E-B949-88627129A1F4}" type="presParOf" srcId="{31AA3657-6BD2-6E4A-B7EA-0FEEBD37073B}" destId="{0301E8B2-FFFA-5740-9CF9-70E52DC4DC8B}" srcOrd="4"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9D0596-671E-9542-8FFC-A92946681917}"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ru-RU"/>
        </a:p>
      </dgm:t>
    </dgm:pt>
    <dgm:pt modelId="{B5940ED5-30D0-AC4B-B576-9E2748D76B99}">
      <dgm:prSet/>
      <dgm:spPr/>
      <dgm:t>
        <a:bodyPr/>
        <a:lstStyle/>
        <a:p>
          <a:pPr algn="ctr"/>
          <a:r>
            <a:rPr lang="ru-RU" dirty="0"/>
            <a:t>Прерывания</a:t>
          </a:r>
        </a:p>
      </dgm:t>
    </dgm:pt>
    <dgm:pt modelId="{E1EB5917-92A9-914D-8CB1-FF8C892C566D}" cxnId="{3AEBAB63-67BD-C548-A51B-0AB934A1D346}" type="parTrans">
      <dgm:prSet/>
      <dgm:spPr/>
      <dgm:t>
        <a:bodyPr/>
        <a:lstStyle/>
        <a:p>
          <a:pPr algn="ctr"/>
          <a:endParaRPr lang="ru-RU"/>
        </a:p>
      </dgm:t>
    </dgm:pt>
    <dgm:pt modelId="{0D8E2D31-E44E-804A-9907-2040F5D73762}" cxnId="{3AEBAB63-67BD-C548-A51B-0AB934A1D346}" type="sibTrans">
      <dgm:prSet/>
      <dgm:spPr/>
      <dgm:t>
        <a:bodyPr/>
        <a:lstStyle/>
        <a:p>
          <a:pPr algn="ctr"/>
          <a:endParaRPr lang="ru-RU"/>
        </a:p>
      </dgm:t>
    </dgm:pt>
    <dgm:pt modelId="{35656BD3-3225-3040-8591-EECF1B886057}">
      <dgm:prSet phldrT="[Текст]"/>
      <dgm:spPr/>
      <dgm:t>
        <a:bodyPr/>
        <a:lstStyle/>
        <a:p>
          <a:pPr algn="ctr"/>
          <a:r>
            <a:rPr lang="ru-RU" dirty="0"/>
            <a:t>Внешние</a:t>
          </a:r>
        </a:p>
      </dgm:t>
    </dgm:pt>
    <dgm:pt modelId="{433E486D-DCCA-6448-A49E-40720982E1E9}" cxnId="{495C80C2-6527-8F4A-9CE3-E749B513DEF4}" type="parTrans">
      <dgm:prSet/>
      <dgm:spPr>
        <a:ln>
          <a:solidFill>
            <a:schemeClr val="bg2"/>
          </a:solidFill>
        </a:ln>
      </dgm:spPr>
      <dgm:t>
        <a:bodyPr/>
        <a:lstStyle/>
        <a:p>
          <a:pPr algn="ctr"/>
          <a:endParaRPr lang="ru-RU">
            <a:highlight>
              <a:srgbClr val="00FF00"/>
            </a:highlight>
          </a:endParaRPr>
        </a:p>
      </dgm:t>
    </dgm:pt>
    <dgm:pt modelId="{9969B4EE-87BE-BF4B-9728-D4CA885A214F}" cxnId="{495C80C2-6527-8F4A-9CE3-E749B513DEF4}" type="sibTrans">
      <dgm:prSet/>
      <dgm:spPr/>
      <dgm:t>
        <a:bodyPr/>
        <a:lstStyle/>
        <a:p>
          <a:pPr algn="ctr"/>
          <a:endParaRPr lang="ru-RU"/>
        </a:p>
      </dgm:t>
    </dgm:pt>
    <dgm:pt modelId="{9CC40B74-4B1B-7947-8D81-607E6794609B}">
      <dgm:prSet phldrT="[Текст]"/>
      <dgm:spPr/>
      <dgm:t>
        <a:bodyPr/>
        <a:lstStyle/>
        <a:p>
          <a:pPr algn="ctr"/>
          <a:r>
            <a:rPr lang="ru-RU" dirty="0"/>
            <a:t>Внутренние</a:t>
          </a:r>
        </a:p>
      </dgm:t>
    </dgm:pt>
    <dgm:pt modelId="{7E116E84-7066-C042-9E7F-7FA70824ED50}" cxnId="{1292A2EF-C2EB-024F-861C-200A686D151D}" type="parTrans">
      <dgm:prSet/>
      <dgm:spPr>
        <a:ln>
          <a:solidFill>
            <a:schemeClr val="bg2"/>
          </a:solidFill>
        </a:ln>
      </dgm:spPr>
      <dgm:t>
        <a:bodyPr/>
        <a:lstStyle/>
        <a:p>
          <a:pPr algn="ctr"/>
          <a:endParaRPr lang="ru-RU"/>
        </a:p>
      </dgm:t>
    </dgm:pt>
    <dgm:pt modelId="{D9F09AA5-2A59-E24A-861F-BB75213439DD}" cxnId="{1292A2EF-C2EB-024F-861C-200A686D151D}" type="sibTrans">
      <dgm:prSet/>
      <dgm:spPr/>
      <dgm:t>
        <a:bodyPr/>
        <a:lstStyle/>
        <a:p>
          <a:pPr algn="ctr"/>
          <a:endParaRPr lang="ru-RU"/>
        </a:p>
      </dgm:t>
    </dgm:pt>
    <dgm:pt modelId="{6018840D-13C5-2744-B844-12F7316F6D9D}" type="pres">
      <dgm:prSet presAssocID="{DB9D0596-671E-9542-8FFC-A92946681917}" presName="hierChild1" presStyleCnt="0">
        <dgm:presLayoutVars>
          <dgm:chPref val="1"/>
          <dgm:dir/>
          <dgm:animOne val="branch"/>
          <dgm:animLvl val="lvl"/>
          <dgm:resizeHandles/>
        </dgm:presLayoutVars>
      </dgm:prSet>
      <dgm:spPr/>
    </dgm:pt>
    <dgm:pt modelId="{C244D16B-1F5A-B64F-9AAE-C7A15FDF6BBB}" type="pres">
      <dgm:prSet presAssocID="{B5940ED5-30D0-AC4B-B576-9E2748D76B99}" presName="hierRoot1" presStyleCnt="0"/>
      <dgm:spPr/>
    </dgm:pt>
    <dgm:pt modelId="{58E7A7AE-C493-D241-ABB8-1013061596EC}" type="pres">
      <dgm:prSet presAssocID="{B5940ED5-30D0-AC4B-B576-9E2748D76B99}" presName="composite" presStyleCnt="0"/>
      <dgm:spPr/>
    </dgm:pt>
    <dgm:pt modelId="{20DB91D2-EE67-904F-9D96-4EF6AE87764E}" type="pres">
      <dgm:prSet presAssocID="{B5940ED5-30D0-AC4B-B576-9E2748D76B99}" presName="background" presStyleLbl="node0" presStyleIdx="0" presStyleCnt="1"/>
      <dgm:spPr/>
    </dgm:pt>
    <dgm:pt modelId="{999C29A5-4AB2-EB4A-A530-C5F39B82DE72}" type="pres">
      <dgm:prSet presAssocID="{B5940ED5-30D0-AC4B-B576-9E2748D76B99}" presName="text" presStyleLbl="fgAcc0" presStyleIdx="0" presStyleCnt="1">
        <dgm:presLayoutVars>
          <dgm:chPref val="3"/>
        </dgm:presLayoutVars>
      </dgm:prSet>
      <dgm:spPr/>
    </dgm:pt>
    <dgm:pt modelId="{D3EA1F18-A470-FD4C-9364-1F7D6450C136}" type="pres">
      <dgm:prSet presAssocID="{B5940ED5-30D0-AC4B-B576-9E2748D76B99}" presName="hierChild2" presStyleCnt="0"/>
      <dgm:spPr/>
    </dgm:pt>
    <dgm:pt modelId="{644395B2-CD68-C145-AFD2-A210EB9AA8D7}" type="pres">
      <dgm:prSet presAssocID="{433E486D-DCCA-6448-A49E-40720982E1E9}" presName="Name10" presStyleLbl="parChTrans1D2" presStyleIdx="0" presStyleCnt="2"/>
      <dgm:spPr/>
    </dgm:pt>
    <dgm:pt modelId="{A09FC731-8EDE-F84A-866B-2254F795DB7B}" type="pres">
      <dgm:prSet presAssocID="{35656BD3-3225-3040-8591-EECF1B886057}" presName="hierRoot2" presStyleCnt="0"/>
      <dgm:spPr/>
    </dgm:pt>
    <dgm:pt modelId="{0373DCEB-CD35-0F41-93EC-A485E068C87E}" type="pres">
      <dgm:prSet presAssocID="{35656BD3-3225-3040-8591-EECF1B886057}" presName="composite2" presStyleCnt="0"/>
      <dgm:spPr/>
    </dgm:pt>
    <dgm:pt modelId="{183BA58F-E02C-F84A-BDA5-AB06755EB5A5}" type="pres">
      <dgm:prSet presAssocID="{35656BD3-3225-3040-8591-EECF1B886057}" presName="background2" presStyleLbl="node2" presStyleIdx="0" presStyleCnt="2"/>
      <dgm:spPr/>
    </dgm:pt>
    <dgm:pt modelId="{44509544-A256-DB47-AF7B-661CFBC541F9}" type="pres">
      <dgm:prSet presAssocID="{35656BD3-3225-3040-8591-EECF1B886057}" presName="text2" presStyleLbl="fgAcc2" presStyleIdx="0" presStyleCnt="2">
        <dgm:presLayoutVars>
          <dgm:chPref val="3"/>
        </dgm:presLayoutVars>
      </dgm:prSet>
      <dgm:spPr/>
    </dgm:pt>
    <dgm:pt modelId="{E24141B0-F1AF-A843-AC93-89B1DB183E23}" type="pres">
      <dgm:prSet presAssocID="{35656BD3-3225-3040-8591-EECF1B886057}" presName="hierChild3" presStyleCnt="0"/>
      <dgm:spPr/>
    </dgm:pt>
    <dgm:pt modelId="{39A9E54B-2568-464A-A602-85E3D2BFC255}" type="pres">
      <dgm:prSet presAssocID="{7E116E84-7066-C042-9E7F-7FA70824ED50}" presName="Name10" presStyleLbl="parChTrans1D2" presStyleIdx="1" presStyleCnt="2"/>
      <dgm:spPr/>
    </dgm:pt>
    <dgm:pt modelId="{32879CDE-55E0-C348-B82D-E153FEEB11F7}" type="pres">
      <dgm:prSet presAssocID="{9CC40B74-4B1B-7947-8D81-607E6794609B}" presName="hierRoot2" presStyleCnt="0"/>
      <dgm:spPr/>
    </dgm:pt>
    <dgm:pt modelId="{0806C94D-C5C3-0C4B-B4EA-224B0A9BA33F}" type="pres">
      <dgm:prSet presAssocID="{9CC40B74-4B1B-7947-8D81-607E6794609B}" presName="composite2" presStyleCnt="0"/>
      <dgm:spPr/>
    </dgm:pt>
    <dgm:pt modelId="{9CA6A5CD-DB03-BB4B-BC8E-CF1DA76E5AB4}" type="pres">
      <dgm:prSet presAssocID="{9CC40B74-4B1B-7947-8D81-607E6794609B}" presName="background2" presStyleLbl="node2" presStyleIdx="1" presStyleCnt="2"/>
      <dgm:spPr/>
    </dgm:pt>
    <dgm:pt modelId="{B7B4A686-18E4-1C4F-BF44-332900958FEB}" type="pres">
      <dgm:prSet presAssocID="{9CC40B74-4B1B-7947-8D81-607E6794609B}" presName="text2" presStyleLbl="fgAcc2" presStyleIdx="1" presStyleCnt="2">
        <dgm:presLayoutVars>
          <dgm:chPref val="3"/>
        </dgm:presLayoutVars>
      </dgm:prSet>
      <dgm:spPr/>
    </dgm:pt>
    <dgm:pt modelId="{10052382-C9D2-DB47-BD95-9D396C3A8464}" type="pres">
      <dgm:prSet presAssocID="{9CC40B74-4B1B-7947-8D81-607E6794609B}" presName="hierChild3" presStyleCnt="0"/>
      <dgm:spPr/>
    </dgm:pt>
  </dgm:ptLst>
  <dgm:cxnLst>
    <dgm:cxn modelId="{F210A156-CE12-2645-B961-3162ED6641EE}" type="presOf" srcId="{9CC40B74-4B1B-7947-8D81-607E6794609B}" destId="{B7B4A686-18E4-1C4F-BF44-332900958FEB}" srcOrd="0" destOrd="0" presId="urn:microsoft.com/office/officeart/2005/8/layout/hierarchy1"/>
    <dgm:cxn modelId="{A3C2485B-2560-A644-9A7A-47911033944C}" type="presOf" srcId="{35656BD3-3225-3040-8591-EECF1B886057}" destId="{44509544-A256-DB47-AF7B-661CFBC541F9}" srcOrd="0" destOrd="0" presId="urn:microsoft.com/office/officeart/2005/8/layout/hierarchy1"/>
    <dgm:cxn modelId="{3AEBAB63-67BD-C548-A51B-0AB934A1D346}" srcId="{DB9D0596-671E-9542-8FFC-A92946681917}" destId="{B5940ED5-30D0-AC4B-B576-9E2748D76B99}" srcOrd="0" destOrd="0" parTransId="{E1EB5917-92A9-914D-8CB1-FF8C892C566D}" sibTransId="{0D8E2D31-E44E-804A-9907-2040F5D73762}"/>
    <dgm:cxn modelId="{1E980E7C-7BBB-C34B-AAE2-96266EE76408}" type="presOf" srcId="{B5940ED5-30D0-AC4B-B576-9E2748D76B99}" destId="{999C29A5-4AB2-EB4A-A530-C5F39B82DE72}" srcOrd="0" destOrd="0" presId="urn:microsoft.com/office/officeart/2005/8/layout/hierarchy1"/>
    <dgm:cxn modelId="{4345FC8B-089D-3E48-82C8-6AD8A0D3646F}" type="presOf" srcId="{7E116E84-7066-C042-9E7F-7FA70824ED50}" destId="{39A9E54B-2568-464A-A602-85E3D2BFC255}" srcOrd="0" destOrd="0" presId="urn:microsoft.com/office/officeart/2005/8/layout/hierarchy1"/>
    <dgm:cxn modelId="{71E2DFC1-D7D7-2E4E-8D52-19EE6CE5DDCB}" type="presOf" srcId="{DB9D0596-671E-9542-8FFC-A92946681917}" destId="{6018840D-13C5-2744-B844-12F7316F6D9D}" srcOrd="0" destOrd="0" presId="urn:microsoft.com/office/officeart/2005/8/layout/hierarchy1"/>
    <dgm:cxn modelId="{495C80C2-6527-8F4A-9CE3-E749B513DEF4}" srcId="{B5940ED5-30D0-AC4B-B576-9E2748D76B99}" destId="{35656BD3-3225-3040-8591-EECF1B886057}" srcOrd="0" destOrd="0" parTransId="{433E486D-DCCA-6448-A49E-40720982E1E9}" sibTransId="{9969B4EE-87BE-BF4B-9728-D4CA885A214F}"/>
    <dgm:cxn modelId="{1292A2EF-C2EB-024F-861C-200A686D151D}" srcId="{B5940ED5-30D0-AC4B-B576-9E2748D76B99}" destId="{9CC40B74-4B1B-7947-8D81-607E6794609B}" srcOrd="1" destOrd="0" parTransId="{7E116E84-7066-C042-9E7F-7FA70824ED50}" sibTransId="{D9F09AA5-2A59-E24A-861F-BB75213439DD}"/>
    <dgm:cxn modelId="{34EE56FA-A4C2-314D-88BA-982A89819B0B}" type="presOf" srcId="{433E486D-DCCA-6448-A49E-40720982E1E9}" destId="{644395B2-CD68-C145-AFD2-A210EB9AA8D7}" srcOrd="0" destOrd="0" presId="urn:microsoft.com/office/officeart/2005/8/layout/hierarchy1"/>
    <dgm:cxn modelId="{E22241C4-D26D-144B-AE45-1071866EA560}" type="presParOf" srcId="{6018840D-13C5-2744-B844-12F7316F6D9D}" destId="{C244D16B-1F5A-B64F-9AAE-C7A15FDF6BBB}" srcOrd="0" destOrd="0" presId="urn:microsoft.com/office/officeart/2005/8/layout/hierarchy1"/>
    <dgm:cxn modelId="{C07D13FC-E95A-4543-8240-4FB8375BCB46}" type="presParOf" srcId="{C244D16B-1F5A-B64F-9AAE-C7A15FDF6BBB}" destId="{58E7A7AE-C493-D241-ABB8-1013061596EC}" srcOrd="0" destOrd="0" presId="urn:microsoft.com/office/officeart/2005/8/layout/hierarchy1"/>
    <dgm:cxn modelId="{FCDB9FA3-667C-8043-AA65-B594F1769188}" type="presParOf" srcId="{58E7A7AE-C493-D241-ABB8-1013061596EC}" destId="{20DB91D2-EE67-904F-9D96-4EF6AE87764E}" srcOrd="0" destOrd="0" presId="urn:microsoft.com/office/officeart/2005/8/layout/hierarchy1"/>
    <dgm:cxn modelId="{21CCB228-5FC8-6D48-A13E-2DFB262D78D8}" type="presParOf" srcId="{58E7A7AE-C493-D241-ABB8-1013061596EC}" destId="{999C29A5-4AB2-EB4A-A530-C5F39B82DE72}" srcOrd="1" destOrd="0" presId="urn:microsoft.com/office/officeart/2005/8/layout/hierarchy1"/>
    <dgm:cxn modelId="{52E58524-BC12-144A-859D-DA1A4F148784}" type="presParOf" srcId="{C244D16B-1F5A-B64F-9AAE-C7A15FDF6BBB}" destId="{D3EA1F18-A470-FD4C-9364-1F7D6450C136}" srcOrd="1" destOrd="0" presId="urn:microsoft.com/office/officeart/2005/8/layout/hierarchy1"/>
    <dgm:cxn modelId="{4AF3BAB5-DA9B-A341-9789-E398DB8E1E98}" type="presParOf" srcId="{D3EA1F18-A470-FD4C-9364-1F7D6450C136}" destId="{644395B2-CD68-C145-AFD2-A210EB9AA8D7}" srcOrd="0" destOrd="0" presId="urn:microsoft.com/office/officeart/2005/8/layout/hierarchy1"/>
    <dgm:cxn modelId="{9E7AA027-539F-564F-BCBE-B0D15666020D}" type="presParOf" srcId="{D3EA1F18-A470-FD4C-9364-1F7D6450C136}" destId="{A09FC731-8EDE-F84A-866B-2254F795DB7B}" srcOrd="1" destOrd="0" presId="urn:microsoft.com/office/officeart/2005/8/layout/hierarchy1"/>
    <dgm:cxn modelId="{5B685E9E-E138-6E45-BFFB-085422CD7A49}" type="presParOf" srcId="{A09FC731-8EDE-F84A-866B-2254F795DB7B}" destId="{0373DCEB-CD35-0F41-93EC-A485E068C87E}" srcOrd="0" destOrd="0" presId="urn:microsoft.com/office/officeart/2005/8/layout/hierarchy1"/>
    <dgm:cxn modelId="{AF5DE8F0-95E3-5940-B320-A1AB36F98E1B}" type="presParOf" srcId="{0373DCEB-CD35-0F41-93EC-A485E068C87E}" destId="{183BA58F-E02C-F84A-BDA5-AB06755EB5A5}" srcOrd="0" destOrd="0" presId="urn:microsoft.com/office/officeart/2005/8/layout/hierarchy1"/>
    <dgm:cxn modelId="{99704BDA-46E9-E841-A090-F529D7DF7FD4}" type="presParOf" srcId="{0373DCEB-CD35-0F41-93EC-A485E068C87E}" destId="{44509544-A256-DB47-AF7B-661CFBC541F9}" srcOrd="1" destOrd="0" presId="urn:microsoft.com/office/officeart/2005/8/layout/hierarchy1"/>
    <dgm:cxn modelId="{0446968F-25F7-DE46-9BDF-6170E5FEC28E}" type="presParOf" srcId="{A09FC731-8EDE-F84A-866B-2254F795DB7B}" destId="{E24141B0-F1AF-A843-AC93-89B1DB183E23}" srcOrd="1" destOrd="0" presId="urn:microsoft.com/office/officeart/2005/8/layout/hierarchy1"/>
    <dgm:cxn modelId="{7AC2EAE8-3653-2142-9038-E1B34906B9E6}" type="presParOf" srcId="{D3EA1F18-A470-FD4C-9364-1F7D6450C136}" destId="{39A9E54B-2568-464A-A602-85E3D2BFC255}" srcOrd="2" destOrd="0" presId="urn:microsoft.com/office/officeart/2005/8/layout/hierarchy1"/>
    <dgm:cxn modelId="{3A665CFE-0BF9-EC46-91B3-5C1C44C77D60}" type="presParOf" srcId="{D3EA1F18-A470-FD4C-9364-1F7D6450C136}" destId="{32879CDE-55E0-C348-B82D-E153FEEB11F7}" srcOrd="3" destOrd="0" presId="urn:microsoft.com/office/officeart/2005/8/layout/hierarchy1"/>
    <dgm:cxn modelId="{A5ECEA90-FE62-F04B-B4FF-21E7F66B8816}" type="presParOf" srcId="{32879CDE-55E0-C348-B82D-E153FEEB11F7}" destId="{0806C94D-C5C3-0C4B-B4EA-224B0A9BA33F}" srcOrd="0" destOrd="0" presId="urn:microsoft.com/office/officeart/2005/8/layout/hierarchy1"/>
    <dgm:cxn modelId="{8858300E-A9D2-304B-8E65-BF1DE4885386}" type="presParOf" srcId="{0806C94D-C5C3-0C4B-B4EA-224B0A9BA33F}" destId="{9CA6A5CD-DB03-BB4B-BC8E-CF1DA76E5AB4}" srcOrd="0" destOrd="0" presId="urn:microsoft.com/office/officeart/2005/8/layout/hierarchy1"/>
    <dgm:cxn modelId="{E4756D50-AD12-E44B-99AB-7FC4454E315F}" type="presParOf" srcId="{0806C94D-C5C3-0C4B-B4EA-224B0A9BA33F}" destId="{B7B4A686-18E4-1C4F-BF44-332900958FEB}" srcOrd="1" destOrd="0" presId="urn:microsoft.com/office/officeart/2005/8/layout/hierarchy1"/>
    <dgm:cxn modelId="{06BC79F2-516C-9A45-997A-E5994831D9D3}" type="presParOf" srcId="{32879CDE-55E0-C348-B82D-E153FEEB11F7}" destId="{10052382-C9D2-DB47-BD95-9D396C3A8464}" srcOrd="1" destOrd="0" presId="urn:microsoft.com/office/officeart/2005/8/layout/hierarchy1"/>
  </dgm:cxnLst>
  <dgm:bg/>
  <dgm:whole>
    <a:ln>
      <a:solidFill>
        <a:schemeClr val="bg2"/>
      </a:solidFill>
    </a:ln>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FD4748-55B1-B846-B2A6-C9858B081DF1}" type="doc">
      <dgm:prSet loTypeId="urn:microsoft.com/office/officeart/2005/8/layout/hierarchy4" loCatId="" qsTypeId="urn:microsoft.com/office/officeart/2005/8/quickstyle/simple3" qsCatId="simple" csTypeId="urn:microsoft.com/office/officeart/2005/8/colors/accent2_2" csCatId="accent2" phldr="1"/>
      <dgm:spPr/>
      <dgm:t>
        <a:bodyPr/>
        <a:lstStyle/>
        <a:p>
          <a:endParaRPr lang="ru-RU"/>
        </a:p>
      </dgm:t>
    </dgm:pt>
    <dgm:pt modelId="{DF8A8708-3EEE-1348-93B1-DE064CDD93E3}">
      <dgm:prSet custT="1"/>
      <dgm:spPr/>
      <dgm:t>
        <a:bodyPr/>
        <a:lstStyle/>
        <a:p>
          <a:pPr algn="l"/>
          <a:r>
            <a:rPr lang="ru-RU" sz="1800" b="1" i="0" u="none" dirty="0">
              <a:solidFill>
                <a:srgbClr val="0070C0"/>
              </a:solidFill>
            </a:rPr>
            <a:t>Прерывание (</a:t>
          </a:r>
          <a:r>
            <a:rPr lang="en-GB" sz="1800" b="1" i="0" u="none" dirty="0">
              <a:solidFill>
                <a:srgbClr val="0070C0"/>
              </a:solidFill>
            </a:rPr>
            <a:t>interrupt</a:t>
          </a:r>
          <a:r>
            <a:rPr lang="en-GB" sz="1600" b="0" i="0" u="none" dirty="0">
              <a:solidFill>
                <a:srgbClr val="0070C0"/>
              </a:solidFill>
            </a:rPr>
            <a:t>) </a:t>
          </a:r>
          <a:r>
            <a:rPr lang="en-GB" sz="1600" b="0" i="0" u="none" dirty="0"/>
            <a:t>— </a:t>
          </a:r>
          <a:r>
            <a:rPr lang="ru-RU" sz="1400" b="0" i="0" u="none" dirty="0"/>
            <a:t>сигнал от программного или аппаратного обеспечения, сообщающий процессору о наступлении какого-либо события. Прерывание извещает процессор о наступлении высокоприоритетного события, требующего прерывания текущего кода, выполняемого процессором. Процессор отвечает приостановкой своей текущей активности, сохраняя свое состояние и выполняя функцию, называемую обработчиком прерывания (или программой обработки прерывания), которая реагирует на событие и обслуживает его, после чего возвращает управление в прерванный код.</a:t>
          </a:r>
          <a:endParaRPr lang="ru-RU" sz="1400" dirty="0"/>
        </a:p>
      </dgm:t>
    </dgm:pt>
    <dgm:pt modelId="{440DFFB1-7474-8E44-A70C-B025CF12D204}" cxnId="{6F9E20D8-2241-8D45-863E-DC4A4961B57B}" type="parTrans">
      <dgm:prSet/>
      <dgm:spPr/>
      <dgm:t>
        <a:bodyPr/>
        <a:lstStyle/>
        <a:p>
          <a:endParaRPr lang="ru-RU"/>
        </a:p>
      </dgm:t>
    </dgm:pt>
    <dgm:pt modelId="{5BF5B579-DFBF-A14D-9E9E-F0DF2DE9FB74}" cxnId="{6F9E20D8-2241-8D45-863E-DC4A4961B57B}" type="sibTrans">
      <dgm:prSet/>
      <dgm:spPr/>
      <dgm:t>
        <a:bodyPr/>
        <a:lstStyle/>
        <a:p>
          <a:endParaRPr lang="ru-RU"/>
        </a:p>
      </dgm:t>
    </dgm:pt>
    <dgm:pt modelId="{C35D52F4-4BF9-7647-9171-EC7E889A9BED}" type="pres">
      <dgm:prSet presAssocID="{74FD4748-55B1-B846-B2A6-C9858B081DF1}" presName="Name0" presStyleCnt="0">
        <dgm:presLayoutVars>
          <dgm:chPref val="1"/>
          <dgm:dir/>
          <dgm:animOne val="branch"/>
          <dgm:animLvl val="lvl"/>
          <dgm:resizeHandles/>
        </dgm:presLayoutVars>
      </dgm:prSet>
      <dgm:spPr/>
    </dgm:pt>
    <dgm:pt modelId="{A0A0A90D-17CC-DA41-81E3-A1D50C3E989E}" type="pres">
      <dgm:prSet presAssocID="{DF8A8708-3EEE-1348-93B1-DE064CDD93E3}" presName="vertOne" presStyleCnt="0"/>
      <dgm:spPr/>
    </dgm:pt>
    <dgm:pt modelId="{14BF7C98-02AF-BA43-ABEB-1C9E1BBBBB2D}" type="pres">
      <dgm:prSet presAssocID="{DF8A8708-3EEE-1348-93B1-DE064CDD93E3}" presName="txOne" presStyleLbl="node0" presStyleIdx="0" presStyleCnt="1" custLinFactNeighborX="-1004" custLinFactNeighborY="-15038">
        <dgm:presLayoutVars>
          <dgm:chPref val="3"/>
        </dgm:presLayoutVars>
      </dgm:prSet>
      <dgm:spPr/>
    </dgm:pt>
    <dgm:pt modelId="{F2D11133-654E-3D4D-A0CB-3EEF69C10E45}" type="pres">
      <dgm:prSet presAssocID="{DF8A8708-3EEE-1348-93B1-DE064CDD93E3}" presName="horzOne" presStyleCnt="0"/>
      <dgm:spPr/>
    </dgm:pt>
  </dgm:ptLst>
  <dgm:cxnLst>
    <dgm:cxn modelId="{4582B679-0CA8-CE4A-A3B6-0072086429DA}" type="presOf" srcId="{DF8A8708-3EEE-1348-93B1-DE064CDD93E3}" destId="{14BF7C98-02AF-BA43-ABEB-1C9E1BBBBB2D}" srcOrd="0" destOrd="0" presId="urn:microsoft.com/office/officeart/2005/8/layout/hierarchy4"/>
    <dgm:cxn modelId="{D49A3EAF-37D9-7942-A4CC-6B39CAA59547}" type="presOf" srcId="{74FD4748-55B1-B846-B2A6-C9858B081DF1}" destId="{C35D52F4-4BF9-7647-9171-EC7E889A9BED}" srcOrd="0" destOrd="0" presId="urn:microsoft.com/office/officeart/2005/8/layout/hierarchy4"/>
    <dgm:cxn modelId="{6F9E20D8-2241-8D45-863E-DC4A4961B57B}" srcId="{74FD4748-55B1-B846-B2A6-C9858B081DF1}" destId="{DF8A8708-3EEE-1348-93B1-DE064CDD93E3}" srcOrd="0" destOrd="0" parTransId="{440DFFB1-7474-8E44-A70C-B025CF12D204}" sibTransId="{5BF5B579-DFBF-A14D-9E9E-F0DF2DE9FB74}"/>
    <dgm:cxn modelId="{2E742B6A-9A4E-AE45-940E-FB8AA6A52D92}" type="presParOf" srcId="{C35D52F4-4BF9-7647-9171-EC7E889A9BED}" destId="{A0A0A90D-17CC-DA41-81E3-A1D50C3E989E}" srcOrd="0" destOrd="0" presId="urn:microsoft.com/office/officeart/2005/8/layout/hierarchy4"/>
    <dgm:cxn modelId="{D05EB1EF-B97B-F245-8292-39A520F5EA46}" type="presParOf" srcId="{A0A0A90D-17CC-DA41-81E3-A1D50C3E989E}" destId="{14BF7C98-02AF-BA43-ABEB-1C9E1BBBBB2D}" srcOrd="0" destOrd="0" presId="urn:microsoft.com/office/officeart/2005/8/layout/hierarchy4"/>
    <dgm:cxn modelId="{D9A58878-9432-F147-8B91-1F3B932455D4}" type="presParOf" srcId="{A0A0A90D-17CC-DA41-81E3-A1D50C3E989E}" destId="{F2D11133-654E-3D4D-A0CB-3EEF69C10E45}" srcOrd="1" destOrd="0" presId="urn:microsoft.com/office/officeart/2005/8/layout/hierarchy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5ABA8BB-CC44-4B62-98EB-968739333BFD}"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ru-RU"/>
        </a:p>
      </dgm:t>
    </dgm:pt>
    <dgm:pt modelId="{1812E8AB-664B-4A43-9C9B-870FB0137EF0}">
      <dgm:prSet phldrT="[Текст]"/>
      <dgm:spPr/>
      <dgm:t>
        <a:bodyPr/>
        <a:lstStyle/>
        <a:p>
          <a:r>
            <a:rPr lang="en-US" dirty="0">
              <a:solidFill>
                <a:schemeClr val="tx1"/>
              </a:solidFill>
              <a:latin typeface="Open Sans Light" charset="0"/>
              <a:ea typeface="Open Sans Light" charset="0"/>
              <a:cs typeface="Open Sans Light" charset="0"/>
            </a:rPr>
            <a:t>1. </a:t>
          </a:r>
          <a:r>
            <a:rPr lang="ru-RU" dirty="0">
              <a:solidFill>
                <a:schemeClr val="tx1"/>
              </a:solidFill>
              <a:latin typeface="Open Sans Light" charset="0"/>
              <a:ea typeface="Open Sans Light" charset="0"/>
              <a:cs typeface="Open Sans Light" charset="0"/>
            </a:rPr>
            <a:t>Аппаратные - возникают как реакция микропроцессора на физический сигнал от некоторого устройства (клавиатура, системные часы, жесткий диск и т.д.). По времени возникновения эти прерывания асинхронны, т.е. происходят в случайные моменты времени</a:t>
          </a:r>
          <a:r>
            <a:rPr lang="ru-RU" dirty="0">
              <a:solidFill>
                <a:schemeClr val="bg2"/>
              </a:solidFill>
              <a:latin typeface="Open Sans Light" charset="0"/>
              <a:ea typeface="Open Sans Light" charset="0"/>
              <a:cs typeface="Open Sans Light" charset="0"/>
            </a:rPr>
            <a:t>;</a:t>
          </a:r>
        </a:p>
      </dgm:t>
    </dgm:pt>
    <dgm:pt modelId="{5D36E946-2431-4516-8DD3-BB01CA43821C}" cxnId="{83214A14-05BC-4F2E-8B54-F2DE9478FD58}" type="parTrans">
      <dgm:prSet/>
      <dgm:spPr/>
      <dgm:t>
        <a:bodyPr/>
        <a:lstStyle/>
        <a:p>
          <a:endParaRPr lang="ru-RU"/>
        </a:p>
      </dgm:t>
    </dgm:pt>
    <dgm:pt modelId="{9BBD390F-15A5-4E59-8CC2-77A4C2266E6D}" cxnId="{83214A14-05BC-4F2E-8B54-F2DE9478FD58}" type="sibTrans">
      <dgm:prSet/>
      <dgm:spPr/>
      <dgm:t>
        <a:bodyPr/>
        <a:lstStyle/>
        <a:p>
          <a:endParaRPr lang="ru-RU"/>
        </a:p>
      </dgm:t>
    </dgm:pt>
    <dgm:pt modelId="{FDE23203-9CEA-4ABA-A020-E615751ADFE5}">
      <dgm:prSet phldrT="[Текст]"/>
      <dgm:spPr/>
      <dgm:t>
        <a:bodyPr/>
        <a:lstStyle/>
        <a:p>
          <a:r>
            <a:rPr lang="ru-RU" dirty="0">
              <a:solidFill>
                <a:schemeClr val="bg1">
                  <a:lumMod val="95000"/>
                  <a:lumOff val="5000"/>
                </a:schemeClr>
              </a:solidFill>
              <a:latin typeface="Open Sans Light" charset="0"/>
              <a:ea typeface="Open Sans Light" charset="0"/>
              <a:cs typeface="Open Sans Light" charset="0"/>
            </a:rPr>
            <a:t>2. Программные - вызываются искусственно с помощью соответствующей команды из программы (</a:t>
          </a:r>
          <a:r>
            <a:rPr lang="ru-RU" dirty="0" err="1">
              <a:solidFill>
                <a:schemeClr val="bg1">
                  <a:lumMod val="95000"/>
                  <a:lumOff val="5000"/>
                </a:schemeClr>
              </a:solidFill>
              <a:latin typeface="Open Sans Light" charset="0"/>
              <a:ea typeface="Open Sans Light" charset="0"/>
              <a:cs typeface="Open Sans Light" charset="0"/>
            </a:rPr>
            <a:t>int</a:t>
          </a:r>
          <a:r>
            <a:rPr lang="ru-RU" dirty="0">
              <a:solidFill>
                <a:schemeClr val="bg1">
                  <a:lumMod val="95000"/>
                  <a:lumOff val="5000"/>
                </a:schemeClr>
              </a:solidFill>
              <a:latin typeface="Open Sans Light" charset="0"/>
              <a:ea typeface="Open Sans Light" charset="0"/>
              <a:cs typeface="Open Sans Light" charset="0"/>
            </a:rPr>
            <a:t>), предназначены для выполнения некоторых действий операционной системы, являются синхронными; </a:t>
          </a:r>
        </a:p>
      </dgm:t>
    </dgm:pt>
    <dgm:pt modelId="{E544F500-B532-4CFF-86FA-8FC7D4CE1654}" cxnId="{DACAD84D-0640-4D50-BE18-5D50D23B73D0}" type="parTrans">
      <dgm:prSet/>
      <dgm:spPr/>
      <dgm:t>
        <a:bodyPr/>
        <a:lstStyle/>
        <a:p>
          <a:endParaRPr lang="ru-RU"/>
        </a:p>
      </dgm:t>
    </dgm:pt>
    <dgm:pt modelId="{BC8E1A9F-D365-45FE-94D8-CF34C9909992}" cxnId="{DACAD84D-0640-4D50-BE18-5D50D23B73D0}" type="sibTrans">
      <dgm:prSet/>
      <dgm:spPr/>
      <dgm:t>
        <a:bodyPr/>
        <a:lstStyle/>
        <a:p>
          <a:endParaRPr lang="ru-RU"/>
        </a:p>
      </dgm:t>
    </dgm:pt>
    <dgm:pt modelId="{EFDC6DC4-FF5D-4519-AE65-1DD61D23F9D8}">
      <dgm:prSet phldrT="[Текст]"/>
      <dgm:spPr/>
      <dgm:t>
        <a:bodyPr/>
        <a:lstStyle/>
        <a:p>
          <a:r>
            <a:rPr lang="ru-RU" dirty="0">
              <a:solidFill>
                <a:schemeClr val="bg1">
                  <a:lumMod val="95000"/>
                  <a:lumOff val="5000"/>
                </a:schemeClr>
              </a:solidFill>
              <a:latin typeface="Open Sans Light" charset="0"/>
              <a:ea typeface="Open Sans Light" charset="0"/>
              <a:cs typeface="Open Sans Light" charset="0"/>
            </a:rPr>
            <a:t>3. Исключения - являются реакцией микропроцессора на нестандартную ситуацию, возникшую внутри микропроцессора во время выполнения некоторой команды программы (деление на ноль, прерывание по флагу TF (трассировка)). </a:t>
          </a:r>
        </a:p>
      </dgm:t>
    </dgm:pt>
    <dgm:pt modelId="{03055997-53EC-4FDA-8742-A8CF97E595AE}" cxnId="{2B5A48B5-5540-4F2F-B902-3A9E618DF191}" type="parTrans">
      <dgm:prSet/>
      <dgm:spPr/>
      <dgm:t>
        <a:bodyPr/>
        <a:lstStyle/>
        <a:p>
          <a:endParaRPr lang="ru-RU"/>
        </a:p>
      </dgm:t>
    </dgm:pt>
    <dgm:pt modelId="{317AFCAB-24FC-41C0-AAB2-AF2B94D506A2}" cxnId="{2B5A48B5-5540-4F2F-B902-3A9E618DF191}" type="sibTrans">
      <dgm:prSet/>
      <dgm:spPr/>
      <dgm:t>
        <a:bodyPr/>
        <a:lstStyle/>
        <a:p>
          <a:endParaRPr lang="ru-RU"/>
        </a:p>
      </dgm:t>
    </dgm:pt>
    <dgm:pt modelId="{61D73E7E-3F49-4DC6-9686-3F90D1EF412F}" type="pres">
      <dgm:prSet presAssocID="{05ABA8BB-CC44-4B62-98EB-968739333BFD}" presName="diagram" presStyleCnt="0">
        <dgm:presLayoutVars>
          <dgm:dir/>
          <dgm:resizeHandles val="exact"/>
        </dgm:presLayoutVars>
      </dgm:prSet>
      <dgm:spPr/>
    </dgm:pt>
    <dgm:pt modelId="{F1D61966-90DF-413F-A652-7935AAD59AE8}" type="pres">
      <dgm:prSet presAssocID="{1812E8AB-664B-4A43-9C9B-870FB0137EF0}" presName="node" presStyleLbl="node1" presStyleIdx="0" presStyleCnt="3" custScaleX="117255">
        <dgm:presLayoutVars>
          <dgm:bulletEnabled val="1"/>
        </dgm:presLayoutVars>
      </dgm:prSet>
      <dgm:spPr/>
    </dgm:pt>
    <dgm:pt modelId="{F998E7C2-B140-4437-9A7E-56C81615FEEC}" type="pres">
      <dgm:prSet presAssocID="{9BBD390F-15A5-4E59-8CC2-77A4C2266E6D}" presName="sibTrans" presStyleCnt="0"/>
      <dgm:spPr/>
    </dgm:pt>
    <dgm:pt modelId="{82374529-B076-4A7B-824B-C4D50FA5C908}" type="pres">
      <dgm:prSet presAssocID="{FDE23203-9CEA-4ABA-A020-E615751ADFE5}" presName="node" presStyleLbl="node1" presStyleIdx="1" presStyleCnt="3" custScaleX="121142">
        <dgm:presLayoutVars>
          <dgm:bulletEnabled val="1"/>
        </dgm:presLayoutVars>
      </dgm:prSet>
      <dgm:spPr/>
    </dgm:pt>
    <dgm:pt modelId="{DF309134-EE96-43A0-B154-D0018FB19F8A}" type="pres">
      <dgm:prSet presAssocID="{BC8E1A9F-D365-45FE-94D8-CF34C9909992}" presName="sibTrans" presStyleCnt="0"/>
      <dgm:spPr/>
    </dgm:pt>
    <dgm:pt modelId="{A926C4B2-EDC5-42AC-9C37-903290C7B643}" type="pres">
      <dgm:prSet presAssocID="{EFDC6DC4-FF5D-4519-AE65-1DD61D23F9D8}" presName="node" presStyleLbl="node1" presStyleIdx="2" presStyleCnt="3" custScaleX="143704">
        <dgm:presLayoutVars>
          <dgm:bulletEnabled val="1"/>
        </dgm:presLayoutVars>
      </dgm:prSet>
      <dgm:spPr/>
    </dgm:pt>
  </dgm:ptLst>
  <dgm:cxnLst>
    <dgm:cxn modelId="{83214A14-05BC-4F2E-8B54-F2DE9478FD58}" srcId="{05ABA8BB-CC44-4B62-98EB-968739333BFD}" destId="{1812E8AB-664B-4A43-9C9B-870FB0137EF0}" srcOrd="0" destOrd="0" parTransId="{5D36E946-2431-4516-8DD3-BB01CA43821C}" sibTransId="{9BBD390F-15A5-4E59-8CC2-77A4C2266E6D}"/>
    <dgm:cxn modelId="{DACAD84D-0640-4D50-BE18-5D50D23B73D0}" srcId="{05ABA8BB-CC44-4B62-98EB-968739333BFD}" destId="{FDE23203-9CEA-4ABA-A020-E615751ADFE5}" srcOrd="1" destOrd="0" parTransId="{E544F500-B532-4CFF-86FA-8FC7D4CE1654}" sibTransId="{BC8E1A9F-D365-45FE-94D8-CF34C9909992}"/>
    <dgm:cxn modelId="{A1A0C156-8BFF-4810-B6B6-7313648AA2FE}" type="presOf" srcId="{FDE23203-9CEA-4ABA-A020-E615751ADFE5}" destId="{82374529-B076-4A7B-824B-C4D50FA5C908}" srcOrd="0" destOrd="0" presId="urn:microsoft.com/office/officeart/2005/8/layout/default"/>
    <dgm:cxn modelId="{772F1768-AB54-49E4-B2E3-41F99A3ADB80}" type="presOf" srcId="{EFDC6DC4-FF5D-4519-AE65-1DD61D23F9D8}" destId="{A926C4B2-EDC5-42AC-9C37-903290C7B643}" srcOrd="0" destOrd="0" presId="urn:microsoft.com/office/officeart/2005/8/layout/default"/>
    <dgm:cxn modelId="{2B5A48B5-5540-4F2F-B902-3A9E618DF191}" srcId="{05ABA8BB-CC44-4B62-98EB-968739333BFD}" destId="{EFDC6DC4-FF5D-4519-AE65-1DD61D23F9D8}" srcOrd="2" destOrd="0" parTransId="{03055997-53EC-4FDA-8742-A8CF97E595AE}" sibTransId="{317AFCAB-24FC-41C0-AAB2-AF2B94D506A2}"/>
    <dgm:cxn modelId="{211D66C4-B847-4D96-8D1B-5245288989ED}" type="presOf" srcId="{05ABA8BB-CC44-4B62-98EB-968739333BFD}" destId="{61D73E7E-3F49-4DC6-9686-3F90D1EF412F}" srcOrd="0" destOrd="0" presId="urn:microsoft.com/office/officeart/2005/8/layout/default"/>
    <dgm:cxn modelId="{705B14FE-9F0F-4268-9B87-A13BAA99A8B8}" type="presOf" srcId="{1812E8AB-664B-4A43-9C9B-870FB0137EF0}" destId="{F1D61966-90DF-413F-A652-7935AAD59AE8}" srcOrd="0" destOrd="0" presId="urn:microsoft.com/office/officeart/2005/8/layout/default"/>
    <dgm:cxn modelId="{35F0A97A-89C6-4E47-B5B2-58E4B4AA4128}" type="presParOf" srcId="{61D73E7E-3F49-4DC6-9686-3F90D1EF412F}" destId="{F1D61966-90DF-413F-A652-7935AAD59AE8}" srcOrd="0" destOrd="0" presId="urn:microsoft.com/office/officeart/2005/8/layout/default"/>
    <dgm:cxn modelId="{D86993E9-9CE4-4C68-A7B8-E63EDE9E828C}" type="presParOf" srcId="{61D73E7E-3F49-4DC6-9686-3F90D1EF412F}" destId="{F998E7C2-B140-4437-9A7E-56C81615FEEC}" srcOrd="1" destOrd="0" presId="urn:microsoft.com/office/officeart/2005/8/layout/default"/>
    <dgm:cxn modelId="{B8A2D34C-22AD-49B9-BDA5-E50550940E2E}" type="presParOf" srcId="{61D73E7E-3F49-4DC6-9686-3F90D1EF412F}" destId="{82374529-B076-4A7B-824B-C4D50FA5C908}" srcOrd="2" destOrd="0" presId="urn:microsoft.com/office/officeart/2005/8/layout/default"/>
    <dgm:cxn modelId="{09B9E3CB-1E73-48A2-970D-F26C91F42092}" type="presParOf" srcId="{61D73E7E-3F49-4DC6-9686-3F90D1EF412F}" destId="{DF309134-EE96-43A0-B154-D0018FB19F8A}" srcOrd="3" destOrd="0" presId="urn:microsoft.com/office/officeart/2005/8/layout/default"/>
    <dgm:cxn modelId="{DBB1A4D3-3A41-4335-805A-747210DA3954}" type="presParOf" srcId="{61D73E7E-3F49-4DC6-9686-3F90D1EF412F}" destId="{A926C4B2-EDC5-42AC-9C37-903290C7B643}" srcOrd="4" destOrd="0" presId="urn:microsoft.com/office/officeart/2005/8/layout/defaul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28B8B89-6BB6-4E15-AAAE-7A52D00D95C9}" type="doc">
      <dgm:prSet loTypeId="urn:microsoft.com/office/officeart/2005/8/layout/hierarchy2" loCatId="hierarchy" qsTypeId="urn:microsoft.com/office/officeart/2005/8/quickstyle/simple2" qsCatId="simple" csTypeId="urn:microsoft.com/office/officeart/2005/8/colors/colorful1" csCatId="colorful" phldr="1"/>
      <dgm:spPr/>
      <dgm:t>
        <a:bodyPr/>
        <a:lstStyle/>
        <a:p>
          <a:endParaRPr lang="ru-RU"/>
        </a:p>
      </dgm:t>
    </dgm:pt>
    <dgm:pt modelId="{18FB8C7F-4705-493D-A04C-6AB92F1F5148}">
      <dgm:prSet phldrT="[Text]" custT="1"/>
      <dgm:spPr/>
      <dgm:t>
        <a:bodyPr spcFirstLastPara="0" vert="horz" wrap="square" lIns="20320" tIns="20320" rIns="20320" bIns="20320" numCol="1" spcCol="1270" anchor="ctr" anchorCtr="0"/>
        <a:lstStyle/>
        <a:p>
          <a:pPr marL="0" lvl="0" indent="0" algn="ctr" defTabSz="1422400">
            <a:lnSpc>
              <a:spcPct val="90000"/>
            </a:lnSpc>
            <a:spcBef>
              <a:spcPct val="0"/>
            </a:spcBef>
            <a:spcAft>
              <a:spcPct val="35000"/>
            </a:spcAft>
            <a:buNone/>
          </a:pPr>
          <a:r>
            <a:rPr lang="ru-RU" sz="1600" kern="1200" dirty="0">
              <a:latin typeface="Open Sans Light" charset="0"/>
              <a:ea typeface="Open Sans Light" charset="0"/>
              <a:cs typeface="Open Sans Light" charset="0"/>
            </a:rPr>
            <a:t>Прерывания</a:t>
          </a:r>
        </a:p>
      </dgm:t>
    </dgm:pt>
    <dgm:pt modelId="{C16A66C5-5FC0-4397-B7B3-D1F788CE0308}" cxnId="{C81DA05F-8D47-4F22-8F6B-10405FEBFE62}" type="parTrans">
      <dgm:prSet/>
      <dgm:spPr/>
      <dgm:t>
        <a:bodyPr/>
        <a:lstStyle/>
        <a:p>
          <a:endParaRPr lang="ru-RU"/>
        </a:p>
      </dgm:t>
    </dgm:pt>
    <dgm:pt modelId="{D3795B0C-C41A-4130-A1EF-BAB5E604EC31}" cxnId="{C81DA05F-8D47-4F22-8F6B-10405FEBFE62}" type="sibTrans">
      <dgm:prSet/>
      <dgm:spPr/>
      <dgm:t>
        <a:bodyPr/>
        <a:lstStyle/>
        <a:p>
          <a:endParaRPr lang="ru-RU"/>
        </a:p>
      </dgm:t>
    </dgm:pt>
    <dgm:pt modelId="{CBC6917A-C716-453D-A196-DF43A792C07F}">
      <dgm:prSet phldrT="[Text]" custT="1"/>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tx1">
                  <a:lumMod val="20000"/>
                  <a:lumOff val="80000"/>
                </a:schemeClr>
              </a:solidFill>
              <a:latin typeface="Open Sans Light" charset="0"/>
              <a:ea typeface="Open Sans Light" charset="0"/>
              <a:cs typeface="Open Sans Light" charset="0"/>
            </a:rPr>
            <a:t> внешние (аппаратные)</a:t>
          </a:r>
        </a:p>
      </dgm:t>
    </dgm:pt>
    <dgm:pt modelId="{1A8F908F-BFDA-4BCE-9BB6-30BFB5BDE36E}" cxnId="{496DCA9A-4BF6-4812-87F7-E6541CDBBE62}" type="parTrans">
      <dgm:prSet>
        <dgm:style>
          <a:lnRef idx="1">
            <a:schemeClr val="accent4"/>
          </a:lnRef>
          <a:fillRef idx="0">
            <a:schemeClr val="accent4"/>
          </a:fillRef>
          <a:effectRef idx="0">
            <a:schemeClr val="accent4"/>
          </a:effectRef>
          <a:fontRef idx="minor">
            <a:schemeClr val="tx1"/>
          </a:fontRef>
        </dgm:style>
      </dgm:prSet>
      <dgm:spPr/>
      <dgm:t>
        <a:bodyPr/>
        <a:lstStyle/>
        <a:p>
          <a:endParaRPr lang="ru-RU">
            <a:ln>
              <a:noFill/>
            </a:ln>
          </a:endParaRPr>
        </a:p>
      </dgm:t>
    </dgm:pt>
    <dgm:pt modelId="{CE4479AF-B229-491A-8A39-3F47DABBFAC4}" cxnId="{496DCA9A-4BF6-4812-87F7-E6541CDBBE62}" type="sibTrans">
      <dgm:prSet/>
      <dgm:spPr/>
      <dgm:t>
        <a:bodyPr/>
        <a:lstStyle/>
        <a:p>
          <a:endParaRPr lang="ru-RU"/>
        </a:p>
      </dgm:t>
    </dgm:pt>
    <dgm:pt modelId="{59A2862D-FB64-4038-8107-185D0D3BF6D1}">
      <dgm:prSet phldrT="[Text]" custT="1"/>
      <dgm:spPr>
        <a:solidFill>
          <a:schemeClr val="bg2"/>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tx1">
                  <a:lumMod val="20000"/>
                  <a:lumOff val="80000"/>
                </a:schemeClr>
              </a:solidFill>
              <a:latin typeface="Open Sans Light" charset="0"/>
              <a:ea typeface="Open Sans Light" charset="0"/>
              <a:cs typeface="Open Sans Light" charset="0"/>
            </a:rPr>
            <a:t>внутренние</a:t>
          </a:r>
        </a:p>
      </dgm:t>
    </dgm:pt>
    <dgm:pt modelId="{62EB645A-E46E-40D0-89D7-185926B180AD}" cxnId="{7C736C7D-2065-46D9-8380-72AB1249486F}" type="parTrans">
      <dgm:prSet>
        <dgm:style>
          <a:lnRef idx="1">
            <a:schemeClr val="accent4"/>
          </a:lnRef>
          <a:fillRef idx="0">
            <a:schemeClr val="accent4"/>
          </a:fillRef>
          <a:effectRef idx="0">
            <a:schemeClr val="accent4"/>
          </a:effectRef>
          <a:fontRef idx="minor">
            <a:schemeClr val="tx1"/>
          </a:fontRef>
        </dgm:style>
      </dgm:prSet>
      <dgm:spPr/>
      <dgm:t>
        <a:bodyPr/>
        <a:lstStyle/>
        <a:p>
          <a:endParaRPr lang="ru-RU">
            <a:ln>
              <a:noFill/>
            </a:ln>
          </a:endParaRPr>
        </a:p>
      </dgm:t>
    </dgm:pt>
    <dgm:pt modelId="{396E8A87-0118-49C2-B66F-5B50BB1FA12F}" cxnId="{7C736C7D-2065-46D9-8380-72AB1249486F}" type="sibTrans">
      <dgm:prSet/>
      <dgm:spPr/>
      <dgm:t>
        <a:bodyPr/>
        <a:lstStyle/>
        <a:p>
          <a:endParaRPr lang="ru-RU"/>
        </a:p>
      </dgm:t>
    </dgm:pt>
    <dgm:pt modelId="{E6C0701B-5B2C-4D4C-8193-80F9532E200D}">
      <dgm:prSet phldrT="[Text]" custT="1"/>
      <dgm:spPr>
        <a:solidFill>
          <a:schemeClr val="accent2">
            <a:lumMod val="40000"/>
            <a:lumOff val="6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маскируемые</a:t>
          </a:r>
        </a:p>
      </dgm:t>
    </dgm:pt>
    <dgm:pt modelId="{CEBF742D-345D-924F-8BCB-C515B34C7124}" cxnId="{BE350684-21D5-4A42-BBB7-9E9236512675}" type="parTrans">
      <dgm:prSet/>
      <dgm:spPr/>
      <dgm:t>
        <a:bodyPr/>
        <a:lstStyle/>
        <a:p>
          <a:endParaRPr lang="ru-RU"/>
        </a:p>
      </dgm:t>
    </dgm:pt>
    <dgm:pt modelId="{2970EC73-A404-FB4A-92BB-57B311630F7C}" cxnId="{BE350684-21D5-4A42-BBB7-9E9236512675}" type="sibTrans">
      <dgm:prSet/>
      <dgm:spPr/>
      <dgm:t>
        <a:bodyPr/>
        <a:lstStyle/>
        <a:p>
          <a:endParaRPr lang="ru-RU"/>
        </a:p>
      </dgm:t>
    </dgm:pt>
    <dgm:pt modelId="{8EBDBB9F-7490-3949-A297-21C57F9DD4DE}">
      <dgm:prSet phldrT="[Text]" custT="1"/>
      <dgm:spPr>
        <a:solidFill>
          <a:schemeClr val="accent2">
            <a:lumMod val="40000"/>
            <a:lumOff val="6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немаскируемые</a:t>
          </a:r>
        </a:p>
      </dgm:t>
    </dgm:pt>
    <dgm:pt modelId="{0A51BAB6-9944-394B-A82E-4C525931D71D}" cxnId="{D22D5727-5C53-C64F-B331-A60166F75F34}" type="parTrans">
      <dgm:prSet/>
      <dgm:spPr/>
      <dgm:t>
        <a:bodyPr/>
        <a:lstStyle/>
        <a:p>
          <a:endParaRPr lang="ru-RU"/>
        </a:p>
      </dgm:t>
    </dgm:pt>
    <dgm:pt modelId="{48C8C9C8-AD38-2446-94C7-381E9B72AEA7}" cxnId="{D22D5727-5C53-C64F-B331-A60166F75F34}" type="sibTrans">
      <dgm:prSet/>
      <dgm:spPr/>
      <dgm:t>
        <a:bodyPr/>
        <a:lstStyle/>
        <a:p>
          <a:endParaRPr lang="ru-RU"/>
        </a:p>
      </dgm:t>
    </dgm:pt>
    <dgm:pt modelId="{09F006FF-3744-DD48-A880-D4E94D2DEAEE}">
      <dgm:prSet phldrT="[Text]" custT="1"/>
      <dgm:spPr>
        <a:solidFill>
          <a:schemeClr val="bg2">
            <a:lumMod val="60000"/>
            <a:lumOff val="4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программные</a:t>
          </a:r>
        </a:p>
      </dgm:t>
    </dgm:pt>
    <dgm:pt modelId="{4C51516C-3A44-884A-BFE0-3DFDCBAFB8D2}" cxnId="{538393B3-BD18-B044-B20B-8E414596B297}" type="parTrans">
      <dgm:prSet/>
      <dgm:spPr/>
      <dgm:t>
        <a:bodyPr/>
        <a:lstStyle/>
        <a:p>
          <a:endParaRPr lang="ru-RU"/>
        </a:p>
      </dgm:t>
    </dgm:pt>
    <dgm:pt modelId="{EE04A025-3D6F-E349-AF53-D72CE2654030}" cxnId="{538393B3-BD18-B044-B20B-8E414596B297}" type="sibTrans">
      <dgm:prSet/>
      <dgm:spPr/>
      <dgm:t>
        <a:bodyPr/>
        <a:lstStyle/>
        <a:p>
          <a:endParaRPr lang="ru-RU"/>
        </a:p>
      </dgm:t>
    </dgm:pt>
    <dgm:pt modelId="{D055990D-4ECF-4F48-8550-FA02A21F499D}">
      <dgm:prSet phldrT="[Text]" custT="1"/>
      <dgm:spPr>
        <a:solidFill>
          <a:schemeClr val="bg2">
            <a:lumMod val="60000"/>
            <a:lumOff val="4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исключительные ситуации процессора</a:t>
          </a:r>
        </a:p>
      </dgm:t>
    </dgm:pt>
    <dgm:pt modelId="{F94C00CF-531B-3C4E-8761-BC49AC9B1322}" cxnId="{67962E6E-0386-F745-93FE-64627B2B7025}" type="parTrans">
      <dgm:prSet/>
      <dgm:spPr/>
      <dgm:t>
        <a:bodyPr/>
        <a:lstStyle/>
        <a:p>
          <a:endParaRPr lang="ru-RU"/>
        </a:p>
      </dgm:t>
    </dgm:pt>
    <dgm:pt modelId="{40947721-A502-2748-8DA7-0490E34039E7}" cxnId="{67962E6E-0386-F745-93FE-64627B2B7025}" type="sibTrans">
      <dgm:prSet/>
      <dgm:spPr/>
      <dgm:t>
        <a:bodyPr/>
        <a:lstStyle/>
        <a:p>
          <a:endParaRPr lang="ru-RU"/>
        </a:p>
      </dgm:t>
    </dgm:pt>
    <dgm:pt modelId="{2DC60DAB-AFD9-E840-8F9E-C533B357A2F2}">
      <dgm:prSet phldrT="[Text]" custT="1"/>
      <dgm:spPr>
        <a:solidFill>
          <a:schemeClr val="accent4">
            <a:lumMod val="60000"/>
            <a:lumOff val="4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bg2"/>
              </a:solidFill>
              <a:latin typeface="Open Sans Light" charset="0"/>
              <a:ea typeface="Open Sans Light" charset="0"/>
              <a:cs typeface="Open Sans Light" charset="0"/>
            </a:rPr>
            <a:t>отказы</a:t>
          </a:r>
        </a:p>
      </dgm:t>
    </dgm:pt>
    <dgm:pt modelId="{22D62C4D-0F09-EE49-BAB9-CBEF49820C7D}" cxnId="{BBF985F5-B22B-2442-AA3B-3BAC349112E6}" type="parTrans">
      <dgm:prSet/>
      <dgm:spPr/>
      <dgm:t>
        <a:bodyPr/>
        <a:lstStyle/>
        <a:p>
          <a:endParaRPr lang="ru-RU"/>
        </a:p>
      </dgm:t>
    </dgm:pt>
    <dgm:pt modelId="{F95661F4-2E9E-6C4A-86E8-34109F9AB01B}" cxnId="{BBF985F5-B22B-2442-AA3B-3BAC349112E6}" type="sibTrans">
      <dgm:prSet/>
      <dgm:spPr/>
      <dgm:t>
        <a:bodyPr/>
        <a:lstStyle/>
        <a:p>
          <a:endParaRPr lang="ru-RU"/>
        </a:p>
      </dgm:t>
    </dgm:pt>
    <dgm:pt modelId="{9365DED7-8F66-AD4F-BB45-805432930B40}">
      <dgm:prSet phldrT="[Text]" custT="1"/>
      <dgm:spPr>
        <a:solidFill>
          <a:schemeClr val="accent4">
            <a:lumMod val="60000"/>
            <a:lumOff val="4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r>
            <a:rPr lang="ru-RU" sz="1600" kern="1200" dirty="0">
              <a:solidFill>
                <a:schemeClr val="bg2"/>
              </a:solidFill>
              <a:latin typeface="Open Sans Light" charset="0"/>
              <a:ea typeface="Open Sans Light" charset="0"/>
              <a:cs typeface="Open Sans Light" charset="0"/>
            </a:rPr>
            <a:t>ловушки</a:t>
          </a:r>
        </a:p>
      </dgm:t>
    </dgm:pt>
    <dgm:pt modelId="{EB871704-361F-534E-AEE2-2B250BD865EA}" cxnId="{96107678-88FB-2343-AE5D-C9A214FB21AE}" type="parTrans">
      <dgm:prSet/>
      <dgm:spPr/>
      <dgm:t>
        <a:bodyPr/>
        <a:lstStyle/>
        <a:p>
          <a:endParaRPr lang="ru-RU"/>
        </a:p>
      </dgm:t>
    </dgm:pt>
    <dgm:pt modelId="{83B00D20-BAE6-EF44-8AA1-FBBD158CF2F3}" cxnId="{96107678-88FB-2343-AE5D-C9A214FB21AE}" type="sibTrans">
      <dgm:prSet/>
      <dgm:spPr/>
      <dgm:t>
        <a:bodyPr/>
        <a:lstStyle/>
        <a:p>
          <a:endParaRPr lang="ru-RU"/>
        </a:p>
      </dgm:t>
    </dgm:pt>
    <dgm:pt modelId="{A6B27E62-44EA-A843-8ED9-5A80A74FB7B3}">
      <dgm:prSet phldrT="[Text]" custT="1"/>
      <dgm:spPr>
        <a:solidFill>
          <a:schemeClr val="accent4">
            <a:lumMod val="60000"/>
            <a:lumOff val="40000"/>
          </a:schemeClr>
        </a:solidFill>
      </dgm:spPr>
      <dgm:t>
        <a:bodyPr spcFirstLastPara="0" vert="horz" wrap="square" lIns="15240" tIns="15240" rIns="15240" bIns="15240" numCol="1" spcCol="1270" anchor="ctr" anchorCtr="0"/>
        <a:lstStyle/>
        <a:p>
          <a:pPr marL="0" lvl="0" indent="0" algn="ctr" defTabSz="1066800">
            <a:lnSpc>
              <a:spcPct val="90000"/>
            </a:lnSpc>
            <a:spcBef>
              <a:spcPct val="0"/>
            </a:spcBef>
            <a:spcAft>
              <a:spcPct val="35000"/>
            </a:spcAft>
            <a:buNone/>
          </a:pPr>
          <a:endParaRPr lang="ru-RU" sz="1600" kern="1200" dirty="0">
            <a:solidFill>
              <a:schemeClr val="bg2"/>
            </a:solidFill>
            <a:latin typeface="Open Sans Light" charset="0"/>
            <a:ea typeface="Open Sans Light" charset="0"/>
            <a:cs typeface="Open Sans Light" charset="0"/>
          </a:endParaRPr>
        </a:p>
        <a:p>
          <a:pPr marL="0" lvl="0" indent="0" algn="ctr" defTabSz="1066800">
            <a:lnSpc>
              <a:spcPct val="90000"/>
            </a:lnSpc>
            <a:spcBef>
              <a:spcPct val="0"/>
            </a:spcBef>
            <a:spcAft>
              <a:spcPct val="35000"/>
            </a:spcAft>
            <a:buNone/>
          </a:pPr>
          <a:r>
            <a:rPr lang="ru-RU" sz="1600" kern="1200" dirty="0">
              <a:solidFill>
                <a:schemeClr val="bg2"/>
              </a:solidFill>
              <a:latin typeface="Open Sans Light" charset="0"/>
              <a:ea typeface="Open Sans Light" charset="0"/>
              <a:cs typeface="Open Sans Light" charset="0"/>
            </a:rPr>
            <a:t>аварийные завершения</a:t>
          </a:r>
        </a:p>
        <a:p>
          <a:pPr marL="0" lvl="0" indent="0" algn="ctr" defTabSz="1066800">
            <a:lnSpc>
              <a:spcPct val="90000"/>
            </a:lnSpc>
            <a:spcBef>
              <a:spcPct val="0"/>
            </a:spcBef>
            <a:spcAft>
              <a:spcPct val="35000"/>
            </a:spcAft>
            <a:buNone/>
          </a:pPr>
          <a:endParaRPr lang="ru-RU" sz="2400" kern="1200" dirty="0">
            <a:solidFill>
              <a:schemeClr val="tx1">
                <a:lumMod val="20000"/>
                <a:lumOff val="80000"/>
              </a:schemeClr>
            </a:solidFill>
            <a:latin typeface="Open Sans Light" charset="0"/>
            <a:ea typeface="Open Sans Light" charset="0"/>
            <a:cs typeface="Open Sans Light" charset="0"/>
          </a:endParaRPr>
        </a:p>
      </dgm:t>
    </dgm:pt>
    <dgm:pt modelId="{E54E239A-07EE-A941-9A7C-AF01B37290EC}" cxnId="{48C5F289-46B4-B644-A2D3-ECC6F93EF59C}" type="parTrans">
      <dgm:prSet/>
      <dgm:spPr/>
      <dgm:t>
        <a:bodyPr/>
        <a:lstStyle/>
        <a:p>
          <a:endParaRPr lang="ru-RU"/>
        </a:p>
      </dgm:t>
    </dgm:pt>
    <dgm:pt modelId="{CD5921AD-C675-4A49-8DD0-30B498BB8087}" cxnId="{48C5F289-46B4-B644-A2D3-ECC6F93EF59C}" type="sibTrans">
      <dgm:prSet/>
      <dgm:spPr/>
      <dgm:t>
        <a:bodyPr/>
        <a:lstStyle/>
        <a:p>
          <a:endParaRPr lang="ru-RU"/>
        </a:p>
      </dgm:t>
    </dgm:pt>
    <dgm:pt modelId="{5B06013F-547A-2148-83EC-46047DBBAD92}" type="pres">
      <dgm:prSet presAssocID="{328B8B89-6BB6-4E15-AAAE-7A52D00D95C9}" presName="diagram" presStyleCnt="0">
        <dgm:presLayoutVars>
          <dgm:chPref val="1"/>
          <dgm:dir/>
          <dgm:animOne val="branch"/>
          <dgm:animLvl val="lvl"/>
          <dgm:resizeHandles val="exact"/>
        </dgm:presLayoutVars>
      </dgm:prSet>
      <dgm:spPr/>
    </dgm:pt>
    <dgm:pt modelId="{8AFE1EEC-0F66-1F49-BEA6-6EBA58B5C58C}" type="pres">
      <dgm:prSet presAssocID="{18FB8C7F-4705-493D-A04C-6AB92F1F5148}" presName="root1" presStyleCnt="0"/>
      <dgm:spPr/>
    </dgm:pt>
    <dgm:pt modelId="{56974BB6-9798-5940-9078-C3B31284387B}" type="pres">
      <dgm:prSet presAssocID="{18FB8C7F-4705-493D-A04C-6AB92F1F5148}" presName="LevelOneTextNode" presStyleLbl="node0" presStyleIdx="0" presStyleCnt="1">
        <dgm:presLayoutVars>
          <dgm:chPref val="3"/>
        </dgm:presLayoutVars>
      </dgm:prSet>
      <dgm:spPr/>
    </dgm:pt>
    <dgm:pt modelId="{30B7ABFC-4F5C-A548-AE64-54D68AFBF418}" type="pres">
      <dgm:prSet presAssocID="{18FB8C7F-4705-493D-A04C-6AB92F1F5148}" presName="level2hierChild" presStyleCnt="0"/>
      <dgm:spPr/>
    </dgm:pt>
    <dgm:pt modelId="{97F3F28D-2DA7-D741-AC7D-90F3F492F8EE}" type="pres">
      <dgm:prSet presAssocID="{1A8F908F-BFDA-4BCE-9BB6-30BFB5BDE36E}" presName="conn2-1" presStyleLbl="parChTrans1D2" presStyleIdx="0" presStyleCnt="2"/>
      <dgm:spPr/>
    </dgm:pt>
    <dgm:pt modelId="{5FD601D0-008B-FD40-9A60-455E428A64FD}" type="pres">
      <dgm:prSet presAssocID="{1A8F908F-BFDA-4BCE-9BB6-30BFB5BDE36E}" presName="connTx" presStyleLbl="parChTrans1D2" presStyleIdx="0" presStyleCnt="2"/>
      <dgm:spPr/>
    </dgm:pt>
    <dgm:pt modelId="{A2DC6C55-EF4E-D742-B804-0232C6E3E21C}" type="pres">
      <dgm:prSet presAssocID="{CBC6917A-C716-453D-A196-DF43A792C07F}" presName="root2" presStyleCnt="0"/>
      <dgm:spPr/>
    </dgm:pt>
    <dgm:pt modelId="{A38368AE-51F3-654C-93A4-8BC428B7ADF5}" type="pres">
      <dgm:prSet presAssocID="{CBC6917A-C716-453D-A196-DF43A792C07F}" presName="LevelTwoTextNode" presStyleLbl="node2" presStyleIdx="0" presStyleCnt="2">
        <dgm:presLayoutVars>
          <dgm:chPref val="3"/>
        </dgm:presLayoutVars>
      </dgm:prSet>
      <dgm:spPr/>
    </dgm:pt>
    <dgm:pt modelId="{6815EDA1-1FA1-9D4A-9126-CA079F9157EE}" type="pres">
      <dgm:prSet presAssocID="{CBC6917A-C716-453D-A196-DF43A792C07F}" presName="level3hierChild" presStyleCnt="0"/>
      <dgm:spPr/>
    </dgm:pt>
    <dgm:pt modelId="{16E8C958-B4C1-4C40-8551-4719A154B5BE}" type="pres">
      <dgm:prSet presAssocID="{CEBF742D-345D-924F-8BCB-C515B34C7124}" presName="conn2-1" presStyleLbl="parChTrans1D3" presStyleIdx="0" presStyleCnt="4"/>
      <dgm:spPr/>
    </dgm:pt>
    <dgm:pt modelId="{6D8F315D-0AB0-B149-AE97-8288EA94EC67}" type="pres">
      <dgm:prSet presAssocID="{CEBF742D-345D-924F-8BCB-C515B34C7124}" presName="connTx" presStyleLbl="parChTrans1D3" presStyleIdx="0" presStyleCnt="4"/>
      <dgm:spPr/>
    </dgm:pt>
    <dgm:pt modelId="{52CBCF9E-E361-AF44-B1DA-4FC1010D470F}" type="pres">
      <dgm:prSet presAssocID="{E6C0701B-5B2C-4D4C-8193-80F9532E200D}" presName="root2" presStyleCnt="0"/>
      <dgm:spPr/>
    </dgm:pt>
    <dgm:pt modelId="{C8526986-220A-E94B-AE6D-91E2783CC26F}" type="pres">
      <dgm:prSet presAssocID="{E6C0701B-5B2C-4D4C-8193-80F9532E200D}" presName="LevelTwoTextNode" presStyleLbl="node3" presStyleIdx="0" presStyleCnt="4" custScaleX="122918">
        <dgm:presLayoutVars>
          <dgm:chPref val="3"/>
        </dgm:presLayoutVars>
      </dgm:prSet>
      <dgm:spPr/>
    </dgm:pt>
    <dgm:pt modelId="{68F3A338-65F3-FF49-BC36-D8057B962301}" type="pres">
      <dgm:prSet presAssocID="{E6C0701B-5B2C-4D4C-8193-80F9532E200D}" presName="level3hierChild" presStyleCnt="0"/>
      <dgm:spPr/>
    </dgm:pt>
    <dgm:pt modelId="{B21B5B94-45C9-584B-8DDC-20EFDBFA7B64}" type="pres">
      <dgm:prSet presAssocID="{0A51BAB6-9944-394B-A82E-4C525931D71D}" presName="conn2-1" presStyleLbl="parChTrans1D3" presStyleIdx="1" presStyleCnt="4"/>
      <dgm:spPr/>
    </dgm:pt>
    <dgm:pt modelId="{F3B170E1-C4C7-0241-851C-B1AB4D92FCDC}" type="pres">
      <dgm:prSet presAssocID="{0A51BAB6-9944-394B-A82E-4C525931D71D}" presName="connTx" presStyleLbl="parChTrans1D3" presStyleIdx="1" presStyleCnt="4"/>
      <dgm:spPr/>
    </dgm:pt>
    <dgm:pt modelId="{F401DB66-F0B1-9B42-B0A3-752A5422E9C0}" type="pres">
      <dgm:prSet presAssocID="{8EBDBB9F-7490-3949-A297-21C57F9DD4DE}" presName="root2" presStyleCnt="0"/>
      <dgm:spPr/>
    </dgm:pt>
    <dgm:pt modelId="{D87440CA-58BC-9046-8084-9F7E1980D1C5}" type="pres">
      <dgm:prSet presAssocID="{8EBDBB9F-7490-3949-A297-21C57F9DD4DE}" presName="LevelTwoTextNode" presStyleLbl="node3" presStyleIdx="1" presStyleCnt="4" custScaleX="125661">
        <dgm:presLayoutVars>
          <dgm:chPref val="3"/>
        </dgm:presLayoutVars>
      </dgm:prSet>
      <dgm:spPr/>
    </dgm:pt>
    <dgm:pt modelId="{6335CA0A-7010-494D-9201-852F0C2E4A96}" type="pres">
      <dgm:prSet presAssocID="{8EBDBB9F-7490-3949-A297-21C57F9DD4DE}" presName="level3hierChild" presStyleCnt="0"/>
      <dgm:spPr/>
    </dgm:pt>
    <dgm:pt modelId="{E354969C-6BC2-B045-8BA4-58A1238CA0D0}" type="pres">
      <dgm:prSet presAssocID="{62EB645A-E46E-40D0-89D7-185926B180AD}" presName="conn2-1" presStyleLbl="parChTrans1D2" presStyleIdx="1" presStyleCnt="2"/>
      <dgm:spPr/>
    </dgm:pt>
    <dgm:pt modelId="{A0C4025E-1EC2-3C4B-94A6-0F90E02EB6F9}" type="pres">
      <dgm:prSet presAssocID="{62EB645A-E46E-40D0-89D7-185926B180AD}" presName="connTx" presStyleLbl="parChTrans1D2" presStyleIdx="1" presStyleCnt="2"/>
      <dgm:spPr/>
    </dgm:pt>
    <dgm:pt modelId="{735D21F2-95CC-7D49-A600-B0D73B0E7A12}" type="pres">
      <dgm:prSet presAssocID="{59A2862D-FB64-4038-8107-185D0D3BF6D1}" presName="root2" presStyleCnt="0"/>
      <dgm:spPr/>
    </dgm:pt>
    <dgm:pt modelId="{963E1A2B-CB31-0F4E-B916-20DBF3B99A4D}" type="pres">
      <dgm:prSet presAssocID="{59A2862D-FB64-4038-8107-185D0D3BF6D1}" presName="LevelTwoTextNode" presStyleLbl="node2" presStyleIdx="1" presStyleCnt="2">
        <dgm:presLayoutVars>
          <dgm:chPref val="3"/>
        </dgm:presLayoutVars>
      </dgm:prSet>
      <dgm:spPr/>
    </dgm:pt>
    <dgm:pt modelId="{349B9456-09BB-5F45-ACF3-CE592307443A}" type="pres">
      <dgm:prSet presAssocID="{59A2862D-FB64-4038-8107-185D0D3BF6D1}" presName="level3hierChild" presStyleCnt="0"/>
      <dgm:spPr/>
    </dgm:pt>
    <dgm:pt modelId="{74753B97-D898-C846-9857-502CA005C90B}" type="pres">
      <dgm:prSet presAssocID="{4C51516C-3A44-884A-BFE0-3DFDCBAFB8D2}" presName="conn2-1" presStyleLbl="parChTrans1D3" presStyleIdx="2" presStyleCnt="4"/>
      <dgm:spPr/>
    </dgm:pt>
    <dgm:pt modelId="{61F5607C-BBEA-A947-8C1D-C6300E73561C}" type="pres">
      <dgm:prSet presAssocID="{4C51516C-3A44-884A-BFE0-3DFDCBAFB8D2}" presName="connTx" presStyleLbl="parChTrans1D3" presStyleIdx="2" presStyleCnt="4"/>
      <dgm:spPr/>
    </dgm:pt>
    <dgm:pt modelId="{F74F9DDE-C70A-4D4D-B9D2-0F9D15B0579C}" type="pres">
      <dgm:prSet presAssocID="{09F006FF-3744-DD48-A880-D4E94D2DEAEE}" presName="root2" presStyleCnt="0"/>
      <dgm:spPr/>
    </dgm:pt>
    <dgm:pt modelId="{29F6807E-E2D9-AF41-87B9-8146A4DEF43C}" type="pres">
      <dgm:prSet presAssocID="{09F006FF-3744-DD48-A880-D4E94D2DEAEE}" presName="LevelTwoTextNode" presStyleLbl="node3" presStyleIdx="2" presStyleCnt="4" custScaleX="163046">
        <dgm:presLayoutVars>
          <dgm:chPref val="3"/>
        </dgm:presLayoutVars>
      </dgm:prSet>
      <dgm:spPr/>
    </dgm:pt>
    <dgm:pt modelId="{6589D4A3-99EF-B94D-8D77-77A66D8C89A7}" type="pres">
      <dgm:prSet presAssocID="{09F006FF-3744-DD48-A880-D4E94D2DEAEE}" presName="level3hierChild" presStyleCnt="0"/>
      <dgm:spPr/>
    </dgm:pt>
    <dgm:pt modelId="{4113A42A-F59C-7A49-9EBA-98C1B9B8F1DD}" type="pres">
      <dgm:prSet presAssocID="{F94C00CF-531B-3C4E-8761-BC49AC9B1322}" presName="conn2-1" presStyleLbl="parChTrans1D3" presStyleIdx="3" presStyleCnt="4"/>
      <dgm:spPr/>
    </dgm:pt>
    <dgm:pt modelId="{FB9D7A3F-8113-0C47-9B29-BBB7D8835FE2}" type="pres">
      <dgm:prSet presAssocID="{F94C00CF-531B-3C4E-8761-BC49AC9B1322}" presName="connTx" presStyleLbl="parChTrans1D3" presStyleIdx="3" presStyleCnt="4"/>
      <dgm:spPr/>
    </dgm:pt>
    <dgm:pt modelId="{2768C357-DF34-9340-9299-D726FD3737C2}" type="pres">
      <dgm:prSet presAssocID="{D055990D-4ECF-4F48-8550-FA02A21F499D}" presName="root2" presStyleCnt="0"/>
      <dgm:spPr/>
    </dgm:pt>
    <dgm:pt modelId="{070C17E2-2608-4544-AE72-2DD7565ED67C}" type="pres">
      <dgm:prSet presAssocID="{D055990D-4ECF-4F48-8550-FA02A21F499D}" presName="LevelTwoTextNode" presStyleLbl="node3" presStyleIdx="3" presStyleCnt="4" custScaleX="166820">
        <dgm:presLayoutVars>
          <dgm:chPref val="3"/>
        </dgm:presLayoutVars>
      </dgm:prSet>
      <dgm:spPr/>
    </dgm:pt>
    <dgm:pt modelId="{CE85FF2C-EDD0-BE45-AC8A-060408371201}" type="pres">
      <dgm:prSet presAssocID="{D055990D-4ECF-4F48-8550-FA02A21F499D}" presName="level3hierChild" presStyleCnt="0"/>
      <dgm:spPr/>
    </dgm:pt>
    <dgm:pt modelId="{831CF454-B870-274A-BE33-6712FA9A513B}" type="pres">
      <dgm:prSet presAssocID="{22D62C4D-0F09-EE49-BAB9-CBEF49820C7D}" presName="conn2-1" presStyleLbl="parChTrans1D4" presStyleIdx="0" presStyleCnt="3"/>
      <dgm:spPr/>
    </dgm:pt>
    <dgm:pt modelId="{3029C116-2F67-4043-9D83-CE456272DACD}" type="pres">
      <dgm:prSet presAssocID="{22D62C4D-0F09-EE49-BAB9-CBEF49820C7D}" presName="connTx" presStyleLbl="parChTrans1D4" presStyleIdx="0" presStyleCnt="3"/>
      <dgm:spPr/>
    </dgm:pt>
    <dgm:pt modelId="{111BC844-D37D-7943-85BF-E7127521CA41}" type="pres">
      <dgm:prSet presAssocID="{2DC60DAB-AFD9-E840-8F9E-C533B357A2F2}" presName="root2" presStyleCnt="0"/>
      <dgm:spPr/>
    </dgm:pt>
    <dgm:pt modelId="{8028B480-0395-CF4E-882D-429DF48DDCF7}" type="pres">
      <dgm:prSet presAssocID="{2DC60DAB-AFD9-E840-8F9E-C533B357A2F2}" presName="LevelTwoTextNode" presStyleLbl="node4" presStyleIdx="0" presStyleCnt="3">
        <dgm:presLayoutVars>
          <dgm:chPref val="3"/>
        </dgm:presLayoutVars>
      </dgm:prSet>
      <dgm:spPr/>
    </dgm:pt>
    <dgm:pt modelId="{EA4461FF-D322-3D40-A47A-D904C6810DC0}" type="pres">
      <dgm:prSet presAssocID="{2DC60DAB-AFD9-E840-8F9E-C533B357A2F2}" presName="level3hierChild" presStyleCnt="0"/>
      <dgm:spPr/>
    </dgm:pt>
    <dgm:pt modelId="{086972C5-710A-0A42-8BEC-9F1D1BEC0AEB}" type="pres">
      <dgm:prSet presAssocID="{EB871704-361F-534E-AEE2-2B250BD865EA}" presName="conn2-1" presStyleLbl="parChTrans1D4" presStyleIdx="1" presStyleCnt="3"/>
      <dgm:spPr/>
    </dgm:pt>
    <dgm:pt modelId="{1246B8DE-8012-2B4D-899B-D99814C3C9FB}" type="pres">
      <dgm:prSet presAssocID="{EB871704-361F-534E-AEE2-2B250BD865EA}" presName="connTx" presStyleLbl="parChTrans1D4" presStyleIdx="1" presStyleCnt="3"/>
      <dgm:spPr/>
    </dgm:pt>
    <dgm:pt modelId="{3088C93B-6C91-D54D-9F01-8290E6273AB4}" type="pres">
      <dgm:prSet presAssocID="{9365DED7-8F66-AD4F-BB45-805432930B40}" presName="root2" presStyleCnt="0"/>
      <dgm:spPr/>
    </dgm:pt>
    <dgm:pt modelId="{0E264333-24D7-CE44-8EA1-3AC1399AB79D}" type="pres">
      <dgm:prSet presAssocID="{9365DED7-8F66-AD4F-BB45-805432930B40}" presName="LevelTwoTextNode" presStyleLbl="node4" presStyleIdx="1" presStyleCnt="3">
        <dgm:presLayoutVars>
          <dgm:chPref val="3"/>
        </dgm:presLayoutVars>
      </dgm:prSet>
      <dgm:spPr/>
    </dgm:pt>
    <dgm:pt modelId="{5CE2DCA2-6A38-DA45-B952-FA7483684242}" type="pres">
      <dgm:prSet presAssocID="{9365DED7-8F66-AD4F-BB45-805432930B40}" presName="level3hierChild" presStyleCnt="0"/>
      <dgm:spPr/>
    </dgm:pt>
    <dgm:pt modelId="{59791889-ACBC-C940-86A3-56EAA5FA2543}" type="pres">
      <dgm:prSet presAssocID="{E54E239A-07EE-A941-9A7C-AF01B37290EC}" presName="conn2-1" presStyleLbl="parChTrans1D4" presStyleIdx="2" presStyleCnt="3"/>
      <dgm:spPr/>
    </dgm:pt>
    <dgm:pt modelId="{51D0C95C-84B1-F24C-8B8A-63E9E878AF66}" type="pres">
      <dgm:prSet presAssocID="{E54E239A-07EE-A941-9A7C-AF01B37290EC}" presName="connTx" presStyleLbl="parChTrans1D4" presStyleIdx="2" presStyleCnt="3"/>
      <dgm:spPr/>
    </dgm:pt>
    <dgm:pt modelId="{E9E2EB4C-D7E4-AF42-93A9-3A273AD83C8C}" type="pres">
      <dgm:prSet presAssocID="{A6B27E62-44EA-A843-8ED9-5A80A74FB7B3}" presName="root2" presStyleCnt="0"/>
      <dgm:spPr/>
    </dgm:pt>
    <dgm:pt modelId="{8843CE2D-E586-E749-813B-F0C482B0D6C9}" type="pres">
      <dgm:prSet presAssocID="{A6B27E62-44EA-A843-8ED9-5A80A74FB7B3}" presName="LevelTwoTextNode" presStyleLbl="node4" presStyleIdx="2" presStyleCnt="3">
        <dgm:presLayoutVars>
          <dgm:chPref val="3"/>
        </dgm:presLayoutVars>
      </dgm:prSet>
      <dgm:spPr/>
    </dgm:pt>
    <dgm:pt modelId="{584355AC-84EC-7344-8EC9-65368952DC6C}" type="pres">
      <dgm:prSet presAssocID="{A6B27E62-44EA-A843-8ED9-5A80A74FB7B3}" presName="level3hierChild" presStyleCnt="0"/>
      <dgm:spPr/>
    </dgm:pt>
  </dgm:ptLst>
  <dgm:cxnLst>
    <dgm:cxn modelId="{CA37CD0A-76DA-2B4F-B191-1CADADD6D21D}" type="presOf" srcId="{1A8F908F-BFDA-4BCE-9BB6-30BFB5BDE36E}" destId="{5FD601D0-008B-FD40-9A60-455E428A64FD}" srcOrd="1" destOrd="0" presId="urn:microsoft.com/office/officeart/2005/8/layout/hierarchy2"/>
    <dgm:cxn modelId="{B39DA612-A7C9-7441-AD75-8906ACD11FFA}" type="presOf" srcId="{EB871704-361F-534E-AEE2-2B250BD865EA}" destId="{1246B8DE-8012-2B4D-899B-D99814C3C9FB}" srcOrd="1" destOrd="0" presId="urn:microsoft.com/office/officeart/2005/8/layout/hierarchy2"/>
    <dgm:cxn modelId="{9B2D691B-B41C-4F46-ACDC-08E7094762B7}" type="presOf" srcId="{8EBDBB9F-7490-3949-A297-21C57F9DD4DE}" destId="{D87440CA-58BC-9046-8084-9F7E1980D1C5}" srcOrd="0" destOrd="0" presId="urn:microsoft.com/office/officeart/2005/8/layout/hierarchy2"/>
    <dgm:cxn modelId="{46DF3F23-01EC-2B40-A3C0-24E83E82DD11}" type="presOf" srcId="{CEBF742D-345D-924F-8BCB-C515B34C7124}" destId="{6D8F315D-0AB0-B149-AE97-8288EA94EC67}" srcOrd="1" destOrd="0" presId="urn:microsoft.com/office/officeart/2005/8/layout/hierarchy2"/>
    <dgm:cxn modelId="{D22D5727-5C53-C64F-B331-A60166F75F34}" srcId="{CBC6917A-C716-453D-A196-DF43A792C07F}" destId="{8EBDBB9F-7490-3949-A297-21C57F9DD4DE}" srcOrd="1" destOrd="0" parTransId="{0A51BAB6-9944-394B-A82E-4C525931D71D}" sibTransId="{48C8C9C8-AD38-2446-94C7-381E9B72AEA7}"/>
    <dgm:cxn modelId="{E6476F2A-53E3-3849-BFCD-D5B62D4B99F1}" type="presOf" srcId="{F94C00CF-531B-3C4E-8761-BC49AC9B1322}" destId="{4113A42A-F59C-7A49-9EBA-98C1B9B8F1DD}" srcOrd="0" destOrd="0" presId="urn:microsoft.com/office/officeart/2005/8/layout/hierarchy2"/>
    <dgm:cxn modelId="{99B6DC31-A734-2741-BC1D-3491EF505951}" type="presOf" srcId="{E6C0701B-5B2C-4D4C-8193-80F9532E200D}" destId="{C8526986-220A-E94B-AE6D-91E2783CC26F}" srcOrd="0" destOrd="0" presId="urn:microsoft.com/office/officeart/2005/8/layout/hierarchy2"/>
    <dgm:cxn modelId="{69A1443A-8213-0C42-B8D4-DA3501BFEB48}" type="presOf" srcId="{9365DED7-8F66-AD4F-BB45-805432930B40}" destId="{0E264333-24D7-CE44-8EA1-3AC1399AB79D}" srcOrd="0" destOrd="0" presId="urn:microsoft.com/office/officeart/2005/8/layout/hierarchy2"/>
    <dgm:cxn modelId="{9957F843-38CF-3F4E-9763-DD85F1082BD0}" type="presOf" srcId="{EB871704-361F-534E-AEE2-2B250BD865EA}" destId="{086972C5-710A-0A42-8BEC-9F1D1BEC0AEB}" srcOrd="0" destOrd="0" presId="urn:microsoft.com/office/officeart/2005/8/layout/hierarchy2"/>
    <dgm:cxn modelId="{FB9D0257-B000-D34F-882A-AF16D815CB84}" type="presOf" srcId="{22D62C4D-0F09-EE49-BAB9-CBEF49820C7D}" destId="{3029C116-2F67-4043-9D83-CE456272DACD}" srcOrd="1" destOrd="0" presId="urn:microsoft.com/office/officeart/2005/8/layout/hierarchy2"/>
    <dgm:cxn modelId="{11D1895B-426F-634A-BF6A-2213900C2496}" type="presOf" srcId="{328B8B89-6BB6-4E15-AAAE-7A52D00D95C9}" destId="{5B06013F-547A-2148-83EC-46047DBBAD92}" srcOrd="0" destOrd="0" presId="urn:microsoft.com/office/officeart/2005/8/layout/hierarchy2"/>
    <dgm:cxn modelId="{C81DA05F-8D47-4F22-8F6B-10405FEBFE62}" srcId="{328B8B89-6BB6-4E15-AAAE-7A52D00D95C9}" destId="{18FB8C7F-4705-493D-A04C-6AB92F1F5148}" srcOrd="0" destOrd="0" parTransId="{C16A66C5-5FC0-4397-B7B3-D1F788CE0308}" sibTransId="{D3795B0C-C41A-4130-A1EF-BAB5E604EC31}"/>
    <dgm:cxn modelId="{67962E6E-0386-F745-93FE-64627B2B7025}" srcId="{59A2862D-FB64-4038-8107-185D0D3BF6D1}" destId="{D055990D-4ECF-4F48-8550-FA02A21F499D}" srcOrd="1" destOrd="0" parTransId="{F94C00CF-531B-3C4E-8761-BC49AC9B1322}" sibTransId="{40947721-A502-2748-8DA7-0490E34039E7}"/>
    <dgm:cxn modelId="{96107678-88FB-2343-AE5D-C9A214FB21AE}" srcId="{D055990D-4ECF-4F48-8550-FA02A21F499D}" destId="{9365DED7-8F66-AD4F-BB45-805432930B40}" srcOrd="1" destOrd="0" parTransId="{EB871704-361F-534E-AEE2-2B250BD865EA}" sibTransId="{83B00D20-BAE6-EF44-8AA1-FBBD158CF2F3}"/>
    <dgm:cxn modelId="{7C736C7D-2065-46D9-8380-72AB1249486F}" srcId="{18FB8C7F-4705-493D-A04C-6AB92F1F5148}" destId="{59A2862D-FB64-4038-8107-185D0D3BF6D1}" srcOrd="1" destOrd="0" parTransId="{62EB645A-E46E-40D0-89D7-185926B180AD}" sibTransId="{396E8A87-0118-49C2-B66F-5B50BB1FA12F}"/>
    <dgm:cxn modelId="{85E3B883-608D-6541-B4FE-81C9B32AB58D}" type="presOf" srcId="{CBC6917A-C716-453D-A196-DF43A792C07F}" destId="{A38368AE-51F3-654C-93A4-8BC428B7ADF5}" srcOrd="0" destOrd="0" presId="urn:microsoft.com/office/officeart/2005/8/layout/hierarchy2"/>
    <dgm:cxn modelId="{BE350684-21D5-4A42-BBB7-9E9236512675}" srcId="{CBC6917A-C716-453D-A196-DF43A792C07F}" destId="{E6C0701B-5B2C-4D4C-8193-80F9532E200D}" srcOrd="0" destOrd="0" parTransId="{CEBF742D-345D-924F-8BCB-C515B34C7124}" sibTransId="{2970EC73-A404-FB4A-92BB-57B311630F7C}"/>
    <dgm:cxn modelId="{B5235186-C9C1-7848-828C-AE9EFA7473A1}" type="presOf" srcId="{09F006FF-3744-DD48-A880-D4E94D2DEAEE}" destId="{29F6807E-E2D9-AF41-87B9-8146A4DEF43C}" srcOrd="0" destOrd="0" presId="urn:microsoft.com/office/officeart/2005/8/layout/hierarchy2"/>
    <dgm:cxn modelId="{48C5F289-46B4-B644-A2D3-ECC6F93EF59C}" srcId="{D055990D-4ECF-4F48-8550-FA02A21F499D}" destId="{A6B27E62-44EA-A843-8ED9-5A80A74FB7B3}" srcOrd="2" destOrd="0" parTransId="{E54E239A-07EE-A941-9A7C-AF01B37290EC}" sibTransId="{CD5921AD-C675-4A49-8DD0-30B498BB8087}"/>
    <dgm:cxn modelId="{9DC4F792-652F-BE44-A9BC-97F820E51CDD}" type="presOf" srcId="{A6B27E62-44EA-A843-8ED9-5A80A74FB7B3}" destId="{8843CE2D-E586-E749-813B-F0C482B0D6C9}" srcOrd="0" destOrd="0" presId="urn:microsoft.com/office/officeart/2005/8/layout/hierarchy2"/>
    <dgm:cxn modelId="{496DCA9A-4BF6-4812-87F7-E6541CDBBE62}" srcId="{18FB8C7F-4705-493D-A04C-6AB92F1F5148}" destId="{CBC6917A-C716-453D-A196-DF43A792C07F}" srcOrd="0" destOrd="0" parTransId="{1A8F908F-BFDA-4BCE-9BB6-30BFB5BDE36E}" sibTransId="{CE4479AF-B229-491A-8A39-3F47DABBFAC4}"/>
    <dgm:cxn modelId="{F49E309C-1DC9-354C-9C46-F9ED52877DC2}" type="presOf" srcId="{0A51BAB6-9944-394B-A82E-4C525931D71D}" destId="{F3B170E1-C4C7-0241-851C-B1AB4D92FCDC}" srcOrd="1" destOrd="0" presId="urn:microsoft.com/office/officeart/2005/8/layout/hierarchy2"/>
    <dgm:cxn modelId="{CDAF6BA3-E115-C445-B9DA-15D8E2F2877D}" type="presOf" srcId="{E54E239A-07EE-A941-9A7C-AF01B37290EC}" destId="{59791889-ACBC-C940-86A3-56EAA5FA2543}" srcOrd="0" destOrd="0" presId="urn:microsoft.com/office/officeart/2005/8/layout/hierarchy2"/>
    <dgm:cxn modelId="{F0882FA6-7E1E-9C46-A397-96E24204849E}" type="presOf" srcId="{E54E239A-07EE-A941-9A7C-AF01B37290EC}" destId="{51D0C95C-84B1-F24C-8B8A-63E9E878AF66}" srcOrd="1" destOrd="0" presId="urn:microsoft.com/office/officeart/2005/8/layout/hierarchy2"/>
    <dgm:cxn modelId="{0C1C12A7-099A-0542-B7A0-DE467E851750}" type="presOf" srcId="{62EB645A-E46E-40D0-89D7-185926B180AD}" destId="{E354969C-6BC2-B045-8BA4-58A1238CA0D0}" srcOrd="0" destOrd="0" presId="urn:microsoft.com/office/officeart/2005/8/layout/hierarchy2"/>
    <dgm:cxn modelId="{9AE2DEAF-FCA7-5546-9763-DBAECA783D7F}" type="presOf" srcId="{F94C00CF-531B-3C4E-8761-BC49AC9B1322}" destId="{FB9D7A3F-8113-0C47-9B29-BBB7D8835FE2}" srcOrd="1" destOrd="0" presId="urn:microsoft.com/office/officeart/2005/8/layout/hierarchy2"/>
    <dgm:cxn modelId="{538393B3-BD18-B044-B20B-8E414596B297}" srcId="{59A2862D-FB64-4038-8107-185D0D3BF6D1}" destId="{09F006FF-3744-DD48-A880-D4E94D2DEAEE}" srcOrd="0" destOrd="0" parTransId="{4C51516C-3A44-884A-BFE0-3DFDCBAFB8D2}" sibTransId="{EE04A025-3D6F-E349-AF53-D72CE2654030}"/>
    <dgm:cxn modelId="{CC3549B7-137B-294F-B8CF-1920DDE6D7CC}" type="presOf" srcId="{D055990D-4ECF-4F48-8550-FA02A21F499D}" destId="{070C17E2-2608-4544-AE72-2DD7565ED67C}" srcOrd="0" destOrd="0" presId="urn:microsoft.com/office/officeart/2005/8/layout/hierarchy2"/>
    <dgm:cxn modelId="{DF1D0CBC-74F6-5340-B914-BBA0CA7C7875}" type="presOf" srcId="{1A8F908F-BFDA-4BCE-9BB6-30BFB5BDE36E}" destId="{97F3F28D-2DA7-D741-AC7D-90F3F492F8EE}" srcOrd="0" destOrd="0" presId="urn:microsoft.com/office/officeart/2005/8/layout/hierarchy2"/>
    <dgm:cxn modelId="{00CADABD-9A7C-FF40-B659-D8AA32CD62F9}" type="presOf" srcId="{22D62C4D-0F09-EE49-BAB9-CBEF49820C7D}" destId="{831CF454-B870-274A-BE33-6712FA9A513B}" srcOrd="0" destOrd="0" presId="urn:microsoft.com/office/officeart/2005/8/layout/hierarchy2"/>
    <dgm:cxn modelId="{D3A72BC6-C317-8E44-8D43-B35CF2603F7D}" type="presOf" srcId="{2DC60DAB-AFD9-E840-8F9E-C533B357A2F2}" destId="{8028B480-0395-CF4E-882D-429DF48DDCF7}" srcOrd="0" destOrd="0" presId="urn:microsoft.com/office/officeart/2005/8/layout/hierarchy2"/>
    <dgm:cxn modelId="{72D037D1-8986-DD48-9F15-C6E34C6306C0}" type="presOf" srcId="{4C51516C-3A44-884A-BFE0-3DFDCBAFB8D2}" destId="{74753B97-D898-C846-9857-502CA005C90B}" srcOrd="0" destOrd="0" presId="urn:microsoft.com/office/officeart/2005/8/layout/hierarchy2"/>
    <dgm:cxn modelId="{EC5BE1D3-9C59-7346-A5C4-D298C3DA90C5}" type="presOf" srcId="{4C51516C-3A44-884A-BFE0-3DFDCBAFB8D2}" destId="{61F5607C-BBEA-A947-8C1D-C6300E73561C}" srcOrd="1" destOrd="0" presId="urn:microsoft.com/office/officeart/2005/8/layout/hierarchy2"/>
    <dgm:cxn modelId="{255B1EE8-67BB-2140-BF33-9098153BF0DC}" type="presOf" srcId="{0A51BAB6-9944-394B-A82E-4C525931D71D}" destId="{B21B5B94-45C9-584B-8DDC-20EFDBFA7B64}" srcOrd="0" destOrd="0" presId="urn:microsoft.com/office/officeart/2005/8/layout/hierarchy2"/>
    <dgm:cxn modelId="{E2A5CAEB-888E-BD4D-9FFE-DE882A7B5D20}" type="presOf" srcId="{62EB645A-E46E-40D0-89D7-185926B180AD}" destId="{A0C4025E-1EC2-3C4B-94A6-0F90E02EB6F9}" srcOrd="1" destOrd="0" presId="urn:microsoft.com/office/officeart/2005/8/layout/hierarchy2"/>
    <dgm:cxn modelId="{BBF985F5-B22B-2442-AA3B-3BAC349112E6}" srcId="{D055990D-4ECF-4F48-8550-FA02A21F499D}" destId="{2DC60DAB-AFD9-E840-8F9E-C533B357A2F2}" srcOrd="0" destOrd="0" parTransId="{22D62C4D-0F09-EE49-BAB9-CBEF49820C7D}" sibTransId="{F95661F4-2E9E-6C4A-86E8-34109F9AB01B}"/>
    <dgm:cxn modelId="{C385DEF8-377B-F048-AB9D-4751B00B8E77}" type="presOf" srcId="{59A2862D-FB64-4038-8107-185D0D3BF6D1}" destId="{963E1A2B-CB31-0F4E-B916-20DBF3B99A4D}" srcOrd="0" destOrd="0" presId="urn:microsoft.com/office/officeart/2005/8/layout/hierarchy2"/>
    <dgm:cxn modelId="{66E30FFE-83D9-164A-868C-6EADF880571F}" type="presOf" srcId="{18FB8C7F-4705-493D-A04C-6AB92F1F5148}" destId="{56974BB6-9798-5940-9078-C3B31284387B}" srcOrd="0" destOrd="0" presId="urn:microsoft.com/office/officeart/2005/8/layout/hierarchy2"/>
    <dgm:cxn modelId="{F34B8DFF-590E-F541-BCA5-97E7EA17C17E}" type="presOf" srcId="{CEBF742D-345D-924F-8BCB-C515B34C7124}" destId="{16E8C958-B4C1-4C40-8551-4719A154B5BE}" srcOrd="0" destOrd="0" presId="urn:microsoft.com/office/officeart/2005/8/layout/hierarchy2"/>
    <dgm:cxn modelId="{F9118AB0-59B5-F748-A8A9-0A85BD43B84A}" type="presParOf" srcId="{5B06013F-547A-2148-83EC-46047DBBAD92}" destId="{8AFE1EEC-0F66-1F49-BEA6-6EBA58B5C58C}" srcOrd="0" destOrd="0" presId="urn:microsoft.com/office/officeart/2005/8/layout/hierarchy2"/>
    <dgm:cxn modelId="{2A331921-1C22-574C-ADC9-DBC52B2F61A6}" type="presParOf" srcId="{8AFE1EEC-0F66-1F49-BEA6-6EBA58B5C58C}" destId="{56974BB6-9798-5940-9078-C3B31284387B}" srcOrd="0" destOrd="0" presId="urn:microsoft.com/office/officeart/2005/8/layout/hierarchy2"/>
    <dgm:cxn modelId="{1F97ECC7-980D-B444-990E-36301D51331C}" type="presParOf" srcId="{8AFE1EEC-0F66-1F49-BEA6-6EBA58B5C58C}" destId="{30B7ABFC-4F5C-A548-AE64-54D68AFBF418}" srcOrd="1" destOrd="0" presId="urn:microsoft.com/office/officeart/2005/8/layout/hierarchy2"/>
    <dgm:cxn modelId="{6715E48B-5BEB-AE4B-B6BF-E73483E85140}" type="presParOf" srcId="{30B7ABFC-4F5C-A548-AE64-54D68AFBF418}" destId="{97F3F28D-2DA7-D741-AC7D-90F3F492F8EE}" srcOrd="0" destOrd="0" presId="urn:microsoft.com/office/officeart/2005/8/layout/hierarchy2"/>
    <dgm:cxn modelId="{7BD46A14-5C2F-924A-A6A7-9B589E2B3D1D}" type="presParOf" srcId="{97F3F28D-2DA7-D741-AC7D-90F3F492F8EE}" destId="{5FD601D0-008B-FD40-9A60-455E428A64FD}" srcOrd="0" destOrd="0" presId="urn:microsoft.com/office/officeart/2005/8/layout/hierarchy2"/>
    <dgm:cxn modelId="{CEA933A1-964A-704B-BFA1-D7919D08136E}" type="presParOf" srcId="{30B7ABFC-4F5C-A548-AE64-54D68AFBF418}" destId="{A2DC6C55-EF4E-D742-B804-0232C6E3E21C}" srcOrd="1" destOrd="0" presId="urn:microsoft.com/office/officeart/2005/8/layout/hierarchy2"/>
    <dgm:cxn modelId="{1FAFB1BD-5FC1-4847-98D9-CF525F72F8E4}" type="presParOf" srcId="{A2DC6C55-EF4E-D742-B804-0232C6E3E21C}" destId="{A38368AE-51F3-654C-93A4-8BC428B7ADF5}" srcOrd="0" destOrd="0" presId="urn:microsoft.com/office/officeart/2005/8/layout/hierarchy2"/>
    <dgm:cxn modelId="{D429A370-ED15-4546-85C0-FFA96BDD16FF}" type="presParOf" srcId="{A2DC6C55-EF4E-D742-B804-0232C6E3E21C}" destId="{6815EDA1-1FA1-9D4A-9126-CA079F9157EE}" srcOrd="1" destOrd="0" presId="urn:microsoft.com/office/officeart/2005/8/layout/hierarchy2"/>
    <dgm:cxn modelId="{8FB261AC-166C-CD47-94B8-73634D599B44}" type="presParOf" srcId="{6815EDA1-1FA1-9D4A-9126-CA079F9157EE}" destId="{16E8C958-B4C1-4C40-8551-4719A154B5BE}" srcOrd="0" destOrd="0" presId="urn:microsoft.com/office/officeart/2005/8/layout/hierarchy2"/>
    <dgm:cxn modelId="{F5BBD9C3-D830-C949-B0BC-0BFA7AC04F8A}" type="presParOf" srcId="{16E8C958-B4C1-4C40-8551-4719A154B5BE}" destId="{6D8F315D-0AB0-B149-AE97-8288EA94EC67}" srcOrd="0" destOrd="0" presId="urn:microsoft.com/office/officeart/2005/8/layout/hierarchy2"/>
    <dgm:cxn modelId="{09CCA622-EA56-4B48-AD47-7137558D8FF6}" type="presParOf" srcId="{6815EDA1-1FA1-9D4A-9126-CA079F9157EE}" destId="{52CBCF9E-E361-AF44-B1DA-4FC1010D470F}" srcOrd="1" destOrd="0" presId="urn:microsoft.com/office/officeart/2005/8/layout/hierarchy2"/>
    <dgm:cxn modelId="{582FE2E1-8D05-CC4B-A365-47EBB112DF3E}" type="presParOf" srcId="{52CBCF9E-E361-AF44-B1DA-4FC1010D470F}" destId="{C8526986-220A-E94B-AE6D-91E2783CC26F}" srcOrd="0" destOrd="0" presId="urn:microsoft.com/office/officeart/2005/8/layout/hierarchy2"/>
    <dgm:cxn modelId="{DF0EF0F4-226D-8A41-A5EA-434E3C13BE8F}" type="presParOf" srcId="{52CBCF9E-E361-AF44-B1DA-4FC1010D470F}" destId="{68F3A338-65F3-FF49-BC36-D8057B962301}" srcOrd="1" destOrd="0" presId="urn:microsoft.com/office/officeart/2005/8/layout/hierarchy2"/>
    <dgm:cxn modelId="{F0F67656-2BD0-154D-80B1-43D5F16931AF}" type="presParOf" srcId="{6815EDA1-1FA1-9D4A-9126-CA079F9157EE}" destId="{B21B5B94-45C9-584B-8DDC-20EFDBFA7B64}" srcOrd="2" destOrd="0" presId="urn:microsoft.com/office/officeart/2005/8/layout/hierarchy2"/>
    <dgm:cxn modelId="{E14A4813-2FEE-B04D-B6F2-E2FBD753E1A4}" type="presParOf" srcId="{B21B5B94-45C9-584B-8DDC-20EFDBFA7B64}" destId="{F3B170E1-C4C7-0241-851C-B1AB4D92FCDC}" srcOrd="0" destOrd="0" presId="urn:microsoft.com/office/officeart/2005/8/layout/hierarchy2"/>
    <dgm:cxn modelId="{6C03B0AA-58F8-6442-B695-D8444263BFE0}" type="presParOf" srcId="{6815EDA1-1FA1-9D4A-9126-CA079F9157EE}" destId="{F401DB66-F0B1-9B42-B0A3-752A5422E9C0}" srcOrd="3" destOrd="0" presId="urn:microsoft.com/office/officeart/2005/8/layout/hierarchy2"/>
    <dgm:cxn modelId="{0DF5EF0B-F26A-5849-83B6-29E29B74E9D2}" type="presParOf" srcId="{F401DB66-F0B1-9B42-B0A3-752A5422E9C0}" destId="{D87440CA-58BC-9046-8084-9F7E1980D1C5}" srcOrd="0" destOrd="0" presId="urn:microsoft.com/office/officeart/2005/8/layout/hierarchy2"/>
    <dgm:cxn modelId="{D7B92343-3C2F-EA49-8D22-543907CD23D9}" type="presParOf" srcId="{F401DB66-F0B1-9B42-B0A3-752A5422E9C0}" destId="{6335CA0A-7010-494D-9201-852F0C2E4A96}" srcOrd="1" destOrd="0" presId="urn:microsoft.com/office/officeart/2005/8/layout/hierarchy2"/>
    <dgm:cxn modelId="{D84F42CD-D834-C440-A397-1297821A16CE}" type="presParOf" srcId="{30B7ABFC-4F5C-A548-AE64-54D68AFBF418}" destId="{E354969C-6BC2-B045-8BA4-58A1238CA0D0}" srcOrd="2" destOrd="0" presId="urn:microsoft.com/office/officeart/2005/8/layout/hierarchy2"/>
    <dgm:cxn modelId="{BDFB500F-7742-5F4C-98A8-AF5193664B63}" type="presParOf" srcId="{E354969C-6BC2-B045-8BA4-58A1238CA0D0}" destId="{A0C4025E-1EC2-3C4B-94A6-0F90E02EB6F9}" srcOrd="0" destOrd="0" presId="urn:microsoft.com/office/officeart/2005/8/layout/hierarchy2"/>
    <dgm:cxn modelId="{ECAC813C-F0DA-F549-AB27-AE490B05F3E2}" type="presParOf" srcId="{30B7ABFC-4F5C-A548-AE64-54D68AFBF418}" destId="{735D21F2-95CC-7D49-A600-B0D73B0E7A12}" srcOrd="3" destOrd="0" presId="urn:microsoft.com/office/officeart/2005/8/layout/hierarchy2"/>
    <dgm:cxn modelId="{A91BAF93-DCB6-B047-98D6-722B3D30D69C}" type="presParOf" srcId="{735D21F2-95CC-7D49-A600-B0D73B0E7A12}" destId="{963E1A2B-CB31-0F4E-B916-20DBF3B99A4D}" srcOrd="0" destOrd="0" presId="urn:microsoft.com/office/officeart/2005/8/layout/hierarchy2"/>
    <dgm:cxn modelId="{72C107A4-5A8E-7C40-AB52-93E876B93FAC}" type="presParOf" srcId="{735D21F2-95CC-7D49-A600-B0D73B0E7A12}" destId="{349B9456-09BB-5F45-ACF3-CE592307443A}" srcOrd="1" destOrd="0" presId="urn:microsoft.com/office/officeart/2005/8/layout/hierarchy2"/>
    <dgm:cxn modelId="{482DD727-8E07-8049-8999-071EEE629BA2}" type="presParOf" srcId="{349B9456-09BB-5F45-ACF3-CE592307443A}" destId="{74753B97-D898-C846-9857-502CA005C90B}" srcOrd="0" destOrd="0" presId="urn:microsoft.com/office/officeart/2005/8/layout/hierarchy2"/>
    <dgm:cxn modelId="{AEE73515-9271-A64E-AA14-7B0F0C7C03F5}" type="presParOf" srcId="{74753B97-D898-C846-9857-502CA005C90B}" destId="{61F5607C-BBEA-A947-8C1D-C6300E73561C}" srcOrd="0" destOrd="0" presId="urn:microsoft.com/office/officeart/2005/8/layout/hierarchy2"/>
    <dgm:cxn modelId="{19C5724F-63A8-1D45-B3A0-78685FE27FF3}" type="presParOf" srcId="{349B9456-09BB-5F45-ACF3-CE592307443A}" destId="{F74F9DDE-C70A-4D4D-B9D2-0F9D15B0579C}" srcOrd="1" destOrd="0" presId="urn:microsoft.com/office/officeart/2005/8/layout/hierarchy2"/>
    <dgm:cxn modelId="{9E5C9E79-DFD4-BB49-A175-29AD5D7B5BFA}" type="presParOf" srcId="{F74F9DDE-C70A-4D4D-B9D2-0F9D15B0579C}" destId="{29F6807E-E2D9-AF41-87B9-8146A4DEF43C}" srcOrd="0" destOrd="0" presId="urn:microsoft.com/office/officeart/2005/8/layout/hierarchy2"/>
    <dgm:cxn modelId="{A0A13DCA-CAD5-7241-BD20-DA39C45B5AF7}" type="presParOf" srcId="{F74F9DDE-C70A-4D4D-B9D2-0F9D15B0579C}" destId="{6589D4A3-99EF-B94D-8D77-77A66D8C89A7}" srcOrd="1" destOrd="0" presId="urn:microsoft.com/office/officeart/2005/8/layout/hierarchy2"/>
    <dgm:cxn modelId="{C0C87B54-F2E4-2544-97CE-78BEDA9595F4}" type="presParOf" srcId="{349B9456-09BB-5F45-ACF3-CE592307443A}" destId="{4113A42A-F59C-7A49-9EBA-98C1B9B8F1DD}" srcOrd="2" destOrd="0" presId="urn:microsoft.com/office/officeart/2005/8/layout/hierarchy2"/>
    <dgm:cxn modelId="{D46FE61F-0D0A-0347-8CC6-6D784B6A2CCD}" type="presParOf" srcId="{4113A42A-F59C-7A49-9EBA-98C1B9B8F1DD}" destId="{FB9D7A3F-8113-0C47-9B29-BBB7D8835FE2}" srcOrd="0" destOrd="0" presId="urn:microsoft.com/office/officeart/2005/8/layout/hierarchy2"/>
    <dgm:cxn modelId="{07F66531-AF23-C24A-8171-2CDC747A7ACB}" type="presParOf" srcId="{349B9456-09BB-5F45-ACF3-CE592307443A}" destId="{2768C357-DF34-9340-9299-D726FD3737C2}" srcOrd="3" destOrd="0" presId="urn:microsoft.com/office/officeart/2005/8/layout/hierarchy2"/>
    <dgm:cxn modelId="{2641CDA9-4785-D440-9BBA-1E96313256A1}" type="presParOf" srcId="{2768C357-DF34-9340-9299-D726FD3737C2}" destId="{070C17E2-2608-4544-AE72-2DD7565ED67C}" srcOrd="0" destOrd="0" presId="urn:microsoft.com/office/officeart/2005/8/layout/hierarchy2"/>
    <dgm:cxn modelId="{D0804C1A-16D2-6747-8D2C-216B02FF2C05}" type="presParOf" srcId="{2768C357-DF34-9340-9299-D726FD3737C2}" destId="{CE85FF2C-EDD0-BE45-AC8A-060408371201}" srcOrd="1" destOrd="0" presId="urn:microsoft.com/office/officeart/2005/8/layout/hierarchy2"/>
    <dgm:cxn modelId="{05485252-4D1A-8049-87CA-2B33D3A5C494}" type="presParOf" srcId="{CE85FF2C-EDD0-BE45-AC8A-060408371201}" destId="{831CF454-B870-274A-BE33-6712FA9A513B}" srcOrd="0" destOrd="0" presId="urn:microsoft.com/office/officeart/2005/8/layout/hierarchy2"/>
    <dgm:cxn modelId="{55F1BB34-8588-CB43-8265-2DA8BFF26BB5}" type="presParOf" srcId="{831CF454-B870-274A-BE33-6712FA9A513B}" destId="{3029C116-2F67-4043-9D83-CE456272DACD}" srcOrd="0" destOrd="0" presId="urn:microsoft.com/office/officeart/2005/8/layout/hierarchy2"/>
    <dgm:cxn modelId="{CBF3889A-8191-1F41-9094-9D67F7CC926F}" type="presParOf" srcId="{CE85FF2C-EDD0-BE45-AC8A-060408371201}" destId="{111BC844-D37D-7943-85BF-E7127521CA41}" srcOrd="1" destOrd="0" presId="urn:microsoft.com/office/officeart/2005/8/layout/hierarchy2"/>
    <dgm:cxn modelId="{73C53290-4E1E-AD48-B7A2-8BC279033F86}" type="presParOf" srcId="{111BC844-D37D-7943-85BF-E7127521CA41}" destId="{8028B480-0395-CF4E-882D-429DF48DDCF7}" srcOrd="0" destOrd="0" presId="urn:microsoft.com/office/officeart/2005/8/layout/hierarchy2"/>
    <dgm:cxn modelId="{B4674F9B-948F-C140-BDF4-7343654F115A}" type="presParOf" srcId="{111BC844-D37D-7943-85BF-E7127521CA41}" destId="{EA4461FF-D322-3D40-A47A-D904C6810DC0}" srcOrd="1" destOrd="0" presId="urn:microsoft.com/office/officeart/2005/8/layout/hierarchy2"/>
    <dgm:cxn modelId="{1B7A6B1D-7F29-7348-A964-371303A2C039}" type="presParOf" srcId="{CE85FF2C-EDD0-BE45-AC8A-060408371201}" destId="{086972C5-710A-0A42-8BEC-9F1D1BEC0AEB}" srcOrd="2" destOrd="0" presId="urn:microsoft.com/office/officeart/2005/8/layout/hierarchy2"/>
    <dgm:cxn modelId="{F9726114-F095-3247-9DE5-47D6880A5D8E}" type="presParOf" srcId="{086972C5-710A-0A42-8BEC-9F1D1BEC0AEB}" destId="{1246B8DE-8012-2B4D-899B-D99814C3C9FB}" srcOrd="0" destOrd="0" presId="urn:microsoft.com/office/officeart/2005/8/layout/hierarchy2"/>
    <dgm:cxn modelId="{28FC90B0-D2B1-E146-ADF9-93BDBC8B4A4F}" type="presParOf" srcId="{CE85FF2C-EDD0-BE45-AC8A-060408371201}" destId="{3088C93B-6C91-D54D-9F01-8290E6273AB4}" srcOrd="3" destOrd="0" presId="urn:microsoft.com/office/officeart/2005/8/layout/hierarchy2"/>
    <dgm:cxn modelId="{22AA82B0-520D-4448-A686-3255AE7896B8}" type="presParOf" srcId="{3088C93B-6C91-D54D-9F01-8290E6273AB4}" destId="{0E264333-24D7-CE44-8EA1-3AC1399AB79D}" srcOrd="0" destOrd="0" presId="urn:microsoft.com/office/officeart/2005/8/layout/hierarchy2"/>
    <dgm:cxn modelId="{F8A62E49-B1F2-7144-ACFB-3A1B7859C300}" type="presParOf" srcId="{3088C93B-6C91-D54D-9F01-8290E6273AB4}" destId="{5CE2DCA2-6A38-DA45-B952-FA7483684242}" srcOrd="1" destOrd="0" presId="urn:microsoft.com/office/officeart/2005/8/layout/hierarchy2"/>
    <dgm:cxn modelId="{45A85256-1CB8-AE4F-A7C3-2C81300A95B5}" type="presParOf" srcId="{CE85FF2C-EDD0-BE45-AC8A-060408371201}" destId="{59791889-ACBC-C940-86A3-56EAA5FA2543}" srcOrd="4" destOrd="0" presId="urn:microsoft.com/office/officeart/2005/8/layout/hierarchy2"/>
    <dgm:cxn modelId="{099AE55D-D193-474D-8297-66460A6E0DC7}" type="presParOf" srcId="{59791889-ACBC-C940-86A3-56EAA5FA2543}" destId="{51D0C95C-84B1-F24C-8B8A-63E9E878AF66}" srcOrd="0" destOrd="0" presId="urn:microsoft.com/office/officeart/2005/8/layout/hierarchy2"/>
    <dgm:cxn modelId="{80C2ED07-E5E9-8F41-A73F-8EF3C73F53B7}" type="presParOf" srcId="{CE85FF2C-EDD0-BE45-AC8A-060408371201}" destId="{E9E2EB4C-D7E4-AF42-93A9-3A273AD83C8C}" srcOrd="5" destOrd="0" presId="urn:microsoft.com/office/officeart/2005/8/layout/hierarchy2"/>
    <dgm:cxn modelId="{F06CC517-9C50-4747-9535-D4EE9D9D74D9}" type="presParOf" srcId="{E9E2EB4C-D7E4-AF42-93A9-3A273AD83C8C}" destId="{8843CE2D-E586-E749-813B-F0C482B0D6C9}" srcOrd="0" destOrd="0" presId="urn:microsoft.com/office/officeart/2005/8/layout/hierarchy2"/>
    <dgm:cxn modelId="{4985125E-B303-7040-A09F-1A8FD2604A04}" type="presParOf" srcId="{E9E2EB4C-D7E4-AF42-93A9-3A273AD83C8C}" destId="{584355AC-84EC-7344-8EC9-65368952DC6C}"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309F21C-7A09-E84E-AC30-FCF011B2225C}" type="doc">
      <dgm:prSet loTypeId="urn:microsoft.com/office/officeart/2005/8/layout/bProcess4" loCatId="" qsTypeId="urn:microsoft.com/office/officeart/2005/8/quickstyle/simple1" qsCatId="simple" csTypeId="urn:microsoft.com/office/officeart/2005/8/colors/accent1_2" csCatId="accent1" phldr="1"/>
      <dgm:spPr/>
    </dgm:pt>
    <dgm:pt modelId="{9CD103AE-3AC2-B340-ACD9-F7EBA4FB3819}">
      <dgm:prSet phldrT="[Текст]" custT="1"/>
      <dgm:spPr/>
      <dgm:t>
        <a:bodyPr/>
        <a:lstStyle/>
        <a:p>
          <a:r>
            <a:rPr lang="ru-RU" sz="1200" dirty="0"/>
            <a:t>При поступлении сигнала запроса прерывания МП проверяет, разрешены ли прерывания данного типа в настоящий момент</a:t>
          </a:r>
        </a:p>
      </dgm:t>
    </dgm:pt>
    <dgm:pt modelId="{2355B827-B5DB-B843-98B8-66C9EFD43BD3}" cxnId="{6BA9F15A-E1A2-BC42-81E9-0B0A7CD25581}" type="parTrans">
      <dgm:prSet/>
      <dgm:spPr/>
      <dgm:t>
        <a:bodyPr/>
        <a:lstStyle/>
        <a:p>
          <a:endParaRPr lang="ru-RU"/>
        </a:p>
      </dgm:t>
    </dgm:pt>
    <dgm:pt modelId="{99AA6C8E-1270-DE4D-9CB3-853E63275E8F}" cxnId="{6BA9F15A-E1A2-BC42-81E9-0B0A7CD25581}" type="sibTrans">
      <dgm:prSet/>
      <dgm:spPr/>
      <dgm:t>
        <a:bodyPr/>
        <a:lstStyle/>
        <a:p>
          <a:endParaRPr lang="ru-RU"/>
        </a:p>
      </dgm:t>
    </dgm:pt>
    <dgm:pt modelId="{629D159C-9C0D-AF48-BF73-36F228E86375}">
      <dgm:prSet phldrT="[Текст]" custT="1"/>
      <dgm:spPr/>
      <dgm:t>
        <a:bodyPr/>
        <a:lstStyle/>
        <a:p>
          <a:r>
            <a:rPr lang="ru-RU" sz="1200" dirty="0"/>
            <a:t>Если да, то МП завершает выполнение текущей инструкции и передает управление соответствующей подпрограмме обработки прерывания</a:t>
          </a:r>
        </a:p>
      </dgm:t>
    </dgm:pt>
    <dgm:pt modelId="{2245A346-F44B-084A-9E73-90CDCE71F15F}" cxnId="{53F2CEE5-FC1C-C54B-8A4E-579B0B79E6A7}" type="parTrans">
      <dgm:prSet/>
      <dgm:spPr/>
      <dgm:t>
        <a:bodyPr/>
        <a:lstStyle/>
        <a:p>
          <a:endParaRPr lang="ru-RU"/>
        </a:p>
      </dgm:t>
    </dgm:pt>
    <dgm:pt modelId="{E4B8AD0D-4BFD-1746-A886-A661618D4719}" cxnId="{53F2CEE5-FC1C-C54B-8A4E-579B0B79E6A7}" type="sibTrans">
      <dgm:prSet/>
      <dgm:spPr/>
      <dgm:t>
        <a:bodyPr/>
        <a:lstStyle/>
        <a:p>
          <a:endParaRPr lang="ru-RU"/>
        </a:p>
      </dgm:t>
    </dgm:pt>
    <dgm:pt modelId="{F9DC9A23-ABC9-1D46-A7D0-110B5EE6094C}">
      <dgm:prSet phldrT="[Текст]" custT="1"/>
      <dgm:spPr/>
      <dgm:t>
        <a:bodyPr/>
        <a:lstStyle/>
        <a:p>
          <a:r>
            <a:rPr lang="ru-RU" sz="1200" dirty="0"/>
            <a:t>Автоматически сохраняется некоторая часть/или полностью контекст прерванного потока</a:t>
          </a:r>
        </a:p>
      </dgm:t>
    </dgm:pt>
    <dgm:pt modelId="{1541509E-10EF-FF47-A690-952B35BD777F}" cxnId="{CA666387-76BC-3740-82D8-94856D452EF1}" type="parTrans">
      <dgm:prSet/>
      <dgm:spPr/>
      <dgm:t>
        <a:bodyPr/>
        <a:lstStyle/>
        <a:p>
          <a:endParaRPr lang="ru-RU"/>
        </a:p>
      </dgm:t>
    </dgm:pt>
    <dgm:pt modelId="{429A0E25-A0B2-8C4C-B82E-55D6D8ABFE31}" cxnId="{CA666387-76BC-3740-82D8-94856D452EF1}" type="sibTrans">
      <dgm:prSet/>
      <dgm:spPr/>
      <dgm:t>
        <a:bodyPr/>
        <a:lstStyle/>
        <a:p>
          <a:endParaRPr lang="ru-RU"/>
        </a:p>
      </dgm:t>
    </dgm:pt>
    <dgm:pt modelId="{D9AB14E8-22DB-C647-9362-B0E01EBF6900}">
      <dgm:prSet custT="1"/>
      <dgm:spPr/>
      <dgm:t>
        <a:bodyPr/>
        <a:lstStyle/>
        <a:p>
          <a:r>
            <a:rPr lang="ru-RU" sz="1200" dirty="0"/>
            <a:t>Процессор переходит в привилегированный режим (чаще всего) </a:t>
          </a:r>
        </a:p>
      </dgm:t>
    </dgm:pt>
    <dgm:pt modelId="{769F23FA-98B8-3C44-8C44-8E8DD4CBC063}" cxnId="{4D1E0DAF-9676-914A-8946-9A7759822EC8}" type="parTrans">
      <dgm:prSet/>
      <dgm:spPr/>
      <dgm:t>
        <a:bodyPr/>
        <a:lstStyle/>
        <a:p>
          <a:endParaRPr lang="ru-RU"/>
        </a:p>
      </dgm:t>
    </dgm:pt>
    <dgm:pt modelId="{520EA859-B7A6-664A-86B3-532A1FD67BAF}" cxnId="{4D1E0DAF-9676-914A-8946-9A7759822EC8}" type="sibTrans">
      <dgm:prSet/>
      <dgm:spPr/>
      <dgm:t>
        <a:bodyPr/>
        <a:lstStyle/>
        <a:p>
          <a:endParaRPr lang="ru-RU"/>
        </a:p>
      </dgm:t>
    </dgm:pt>
    <dgm:pt modelId="{2E559C07-DDD3-BC42-B317-04479C1192E2}">
      <dgm:prSet custT="1"/>
      <dgm:spPr/>
      <dgm:t>
        <a:bodyPr/>
        <a:lstStyle/>
        <a:p>
          <a:r>
            <a:rPr lang="ru-RU" sz="1200" dirty="0"/>
            <a:t>Временно запрещаются прерывания данного типа</a:t>
          </a:r>
        </a:p>
      </dgm:t>
    </dgm:pt>
    <dgm:pt modelId="{E7423A70-9353-9745-B8F9-0897422DD0BF}" cxnId="{787ADA0F-9765-8D44-A284-A6696AEC7B68}" type="parTrans">
      <dgm:prSet/>
      <dgm:spPr/>
      <dgm:t>
        <a:bodyPr/>
        <a:lstStyle/>
        <a:p>
          <a:endParaRPr lang="ru-RU"/>
        </a:p>
      </dgm:t>
    </dgm:pt>
    <dgm:pt modelId="{DC58228C-1E1E-6345-9855-F9CDE73B2305}" cxnId="{787ADA0F-9765-8D44-A284-A6696AEC7B68}" type="sibTrans">
      <dgm:prSet/>
      <dgm:spPr/>
      <dgm:t>
        <a:bodyPr/>
        <a:lstStyle/>
        <a:p>
          <a:endParaRPr lang="ru-RU"/>
        </a:p>
      </dgm:t>
    </dgm:pt>
    <dgm:pt modelId="{17D81887-BE9F-A54E-9EA7-C26C8ADE481F}">
      <dgm:prSet custT="1"/>
      <dgm:spPr/>
      <dgm:t>
        <a:bodyPr/>
        <a:lstStyle/>
        <a:p>
          <a:r>
            <a:rPr lang="ru-RU" sz="1200" dirty="0"/>
            <a:t>После завершения обработки прерывания контекст прерванного потока восстанавливается и продолжается его выполнение. Снимается запрет на вложенные прерывания</a:t>
          </a:r>
        </a:p>
      </dgm:t>
    </dgm:pt>
    <dgm:pt modelId="{FFD9C599-6E76-1C42-963A-CD72E042F145}" cxnId="{62DEBF61-3928-A640-8E69-F126442DB754}" type="parTrans">
      <dgm:prSet/>
      <dgm:spPr/>
      <dgm:t>
        <a:bodyPr/>
        <a:lstStyle/>
        <a:p>
          <a:endParaRPr lang="ru-RU"/>
        </a:p>
      </dgm:t>
    </dgm:pt>
    <dgm:pt modelId="{27616483-F2B0-7E4B-A330-38A70ADF6D20}" cxnId="{62DEBF61-3928-A640-8E69-F126442DB754}" type="sibTrans">
      <dgm:prSet/>
      <dgm:spPr/>
      <dgm:t>
        <a:bodyPr/>
        <a:lstStyle/>
        <a:p>
          <a:endParaRPr lang="ru-RU"/>
        </a:p>
      </dgm:t>
    </dgm:pt>
    <dgm:pt modelId="{87CA9058-D80A-D24B-948D-5280C84F3DA9}">
      <dgm:prSet custT="1"/>
      <dgm:spPr/>
      <dgm:t>
        <a:bodyPr/>
        <a:lstStyle/>
        <a:p>
          <a:r>
            <a:rPr lang="ru-RU" sz="1200" dirty="0"/>
            <a:t>Управление передается в соответствующий обработчик прерывания</a:t>
          </a:r>
        </a:p>
      </dgm:t>
    </dgm:pt>
    <dgm:pt modelId="{D69B7E70-A6A0-C44B-B45B-5B265B5ED313}" cxnId="{89F62EA6-A9CE-EE41-9953-18B2E3AE9F74}" type="parTrans">
      <dgm:prSet/>
      <dgm:spPr/>
      <dgm:t>
        <a:bodyPr/>
        <a:lstStyle/>
        <a:p>
          <a:endParaRPr lang="ru-RU"/>
        </a:p>
      </dgm:t>
    </dgm:pt>
    <dgm:pt modelId="{7D180CA9-F761-F24A-94CB-922650DEF125}" cxnId="{89F62EA6-A9CE-EE41-9953-18B2E3AE9F74}" type="sibTrans">
      <dgm:prSet/>
      <dgm:spPr/>
      <dgm:t>
        <a:bodyPr/>
        <a:lstStyle/>
        <a:p>
          <a:endParaRPr lang="ru-RU"/>
        </a:p>
      </dgm:t>
    </dgm:pt>
    <dgm:pt modelId="{E8DF594B-73A6-694B-BBD0-BBF192102D3C}" type="pres">
      <dgm:prSet presAssocID="{7309F21C-7A09-E84E-AC30-FCF011B2225C}" presName="Name0" presStyleCnt="0">
        <dgm:presLayoutVars>
          <dgm:dir/>
          <dgm:resizeHandles/>
        </dgm:presLayoutVars>
      </dgm:prSet>
      <dgm:spPr/>
    </dgm:pt>
    <dgm:pt modelId="{2A2D61E5-4C06-FE4F-8711-12A750D36EF7}" type="pres">
      <dgm:prSet presAssocID="{9CD103AE-3AC2-B340-ACD9-F7EBA4FB3819}" presName="compNode" presStyleCnt="0"/>
      <dgm:spPr/>
    </dgm:pt>
    <dgm:pt modelId="{AA92BD9B-8580-1D4C-BB63-3E52F7184077}" type="pres">
      <dgm:prSet presAssocID="{9CD103AE-3AC2-B340-ACD9-F7EBA4FB3819}" presName="dummyConnPt" presStyleCnt="0"/>
      <dgm:spPr/>
    </dgm:pt>
    <dgm:pt modelId="{D2A629B2-B244-3340-A59E-D2B26BA10FDD}" type="pres">
      <dgm:prSet presAssocID="{9CD103AE-3AC2-B340-ACD9-F7EBA4FB3819}" presName="node" presStyleLbl="node1" presStyleIdx="0" presStyleCnt="7" custLinFactX="-4694" custLinFactNeighborX="-100000" custLinFactNeighborY="4544">
        <dgm:presLayoutVars>
          <dgm:bulletEnabled val="1"/>
        </dgm:presLayoutVars>
      </dgm:prSet>
      <dgm:spPr/>
    </dgm:pt>
    <dgm:pt modelId="{3E00D022-B973-2143-AA36-018EDD7EB8EF}" type="pres">
      <dgm:prSet presAssocID="{99AA6C8E-1270-DE4D-9CB3-853E63275E8F}" presName="sibTrans" presStyleLbl="bgSibTrans2D1" presStyleIdx="0" presStyleCnt="6"/>
      <dgm:spPr/>
    </dgm:pt>
    <dgm:pt modelId="{F2046ED0-1740-9B41-8AC6-77DCF9BBCF19}" type="pres">
      <dgm:prSet presAssocID="{629D159C-9C0D-AF48-BF73-36F228E86375}" presName="compNode" presStyleCnt="0"/>
      <dgm:spPr/>
    </dgm:pt>
    <dgm:pt modelId="{3A07DF79-8158-E44B-957B-CBCE36521DE6}" type="pres">
      <dgm:prSet presAssocID="{629D159C-9C0D-AF48-BF73-36F228E86375}" presName="dummyConnPt" presStyleCnt="0"/>
      <dgm:spPr/>
    </dgm:pt>
    <dgm:pt modelId="{E4B626F1-A231-9340-8982-EF67B932C255}" type="pres">
      <dgm:prSet presAssocID="{629D159C-9C0D-AF48-BF73-36F228E86375}" presName="node" presStyleLbl="node1" presStyleIdx="1" presStyleCnt="7" custLinFactX="-4519" custLinFactNeighborX="-100000" custLinFactNeighborY="62444">
        <dgm:presLayoutVars>
          <dgm:bulletEnabled val="1"/>
        </dgm:presLayoutVars>
      </dgm:prSet>
      <dgm:spPr/>
    </dgm:pt>
    <dgm:pt modelId="{D7BB4E2F-3A4B-AB4C-B3B4-592870F9B9F9}" type="pres">
      <dgm:prSet presAssocID="{E4B8AD0D-4BFD-1746-A886-A661618D4719}" presName="sibTrans" presStyleLbl="bgSibTrans2D1" presStyleIdx="1" presStyleCnt="6"/>
      <dgm:spPr/>
    </dgm:pt>
    <dgm:pt modelId="{DADB0869-9640-BD4C-9C8A-8A7EFA0F47CC}" type="pres">
      <dgm:prSet presAssocID="{F9DC9A23-ABC9-1D46-A7D0-110B5EE6094C}" presName="compNode" presStyleCnt="0"/>
      <dgm:spPr/>
    </dgm:pt>
    <dgm:pt modelId="{1C29AFDB-5CAB-1045-A811-DC97A53E4443}" type="pres">
      <dgm:prSet presAssocID="{F9DC9A23-ABC9-1D46-A7D0-110B5EE6094C}" presName="dummyConnPt" presStyleCnt="0"/>
      <dgm:spPr/>
    </dgm:pt>
    <dgm:pt modelId="{9ACA9538-3627-D043-A0D6-DD994CB6F073}" type="pres">
      <dgm:prSet presAssocID="{F9DC9A23-ABC9-1D46-A7D0-110B5EE6094C}" presName="node" presStyleLbl="node1" presStyleIdx="2" presStyleCnt="7" custLinFactNeighborX="69022" custLinFactNeighborY="-64378">
        <dgm:presLayoutVars>
          <dgm:bulletEnabled val="1"/>
        </dgm:presLayoutVars>
      </dgm:prSet>
      <dgm:spPr/>
    </dgm:pt>
    <dgm:pt modelId="{287D72F2-D080-7F47-BD60-9A7953038548}" type="pres">
      <dgm:prSet presAssocID="{429A0E25-A0B2-8C4C-B82E-55D6D8ABFE31}" presName="sibTrans" presStyleLbl="bgSibTrans2D1" presStyleIdx="2" presStyleCnt="6"/>
      <dgm:spPr/>
    </dgm:pt>
    <dgm:pt modelId="{F2C8366F-9AC3-974B-95CF-21E7B0D5940E}" type="pres">
      <dgm:prSet presAssocID="{D9AB14E8-22DB-C647-9362-B0E01EBF6900}" presName="compNode" presStyleCnt="0"/>
      <dgm:spPr/>
    </dgm:pt>
    <dgm:pt modelId="{3D4CD020-136A-0A48-B66F-768D797CD6DE}" type="pres">
      <dgm:prSet presAssocID="{D9AB14E8-22DB-C647-9362-B0E01EBF6900}" presName="dummyConnPt" presStyleCnt="0"/>
      <dgm:spPr/>
    </dgm:pt>
    <dgm:pt modelId="{5D4FDC55-B061-6940-A919-F28745B66C4A}" type="pres">
      <dgm:prSet presAssocID="{D9AB14E8-22DB-C647-9362-B0E01EBF6900}" presName="node" presStyleLbl="node1" presStyleIdx="3" presStyleCnt="7" custLinFactY="-100000" custLinFactNeighborX="-65491" custLinFactNeighborY="-143794">
        <dgm:presLayoutVars>
          <dgm:bulletEnabled val="1"/>
        </dgm:presLayoutVars>
      </dgm:prSet>
      <dgm:spPr/>
    </dgm:pt>
    <dgm:pt modelId="{A55FEFF7-F509-7943-B5F7-72B6F47D3228}" type="pres">
      <dgm:prSet presAssocID="{520EA859-B7A6-664A-86B3-532A1FD67BAF}" presName="sibTrans" presStyleLbl="bgSibTrans2D1" presStyleIdx="3" presStyleCnt="6"/>
      <dgm:spPr/>
    </dgm:pt>
    <dgm:pt modelId="{03AE95EC-4868-4549-94B2-43221120C571}" type="pres">
      <dgm:prSet presAssocID="{2E559C07-DDD3-BC42-B317-04479C1192E2}" presName="compNode" presStyleCnt="0"/>
      <dgm:spPr/>
    </dgm:pt>
    <dgm:pt modelId="{BC1287E4-E5BF-4743-9CBF-99414FDEA2F1}" type="pres">
      <dgm:prSet presAssocID="{2E559C07-DDD3-BC42-B317-04479C1192E2}" presName="dummyConnPt" presStyleCnt="0"/>
      <dgm:spPr/>
    </dgm:pt>
    <dgm:pt modelId="{C0FFA1F2-B219-924B-B843-4E3968BEBA62}" type="pres">
      <dgm:prSet presAssocID="{2E559C07-DDD3-BC42-B317-04479C1192E2}" presName="node" presStyleLbl="node1" presStyleIdx="4" presStyleCnt="7" custLinFactNeighborX="56876" custLinFactNeighborY="60733">
        <dgm:presLayoutVars>
          <dgm:bulletEnabled val="1"/>
        </dgm:presLayoutVars>
      </dgm:prSet>
      <dgm:spPr/>
    </dgm:pt>
    <dgm:pt modelId="{6EF80321-D950-5847-872D-31FE547B36F5}" type="pres">
      <dgm:prSet presAssocID="{DC58228C-1E1E-6345-9855-F9CDE73B2305}" presName="sibTrans" presStyleLbl="bgSibTrans2D1" presStyleIdx="4" presStyleCnt="6"/>
      <dgm:spPr/>
    </dgm:pt>
    <dgm:pt modelId="{7ED104B9-5D69-FB41-8F6B-77C315A56819}" type="pres">
      <dgm:prSet presAssocID="{87CA9058-D80A-D24B-948D-5280C84F3DA9}" presName="compNode" presStyleCnt="0"/>
      <dgm:spPr/>
    </dgm:pt>
    <dgm:pt modelId="{69DF5CA6-8266-E24A-AE0A-4F4F0052406D}" type="pres">
      <dgm:prSet presAssocID="{87CA9058-D80A-D24B-948D-5280C84F3DA9}" presName="dummyConnPt" presStyleCnt="0"/>
      <dgm:spPr/>
    </dgm:pt>
    <dgm:pt modelId="{1746ADF2-A9D0-974B-A4A5-B39B9E0E30F1}" type="pres">
      <dgm:prSet presAssocID="{87CA9058-D80A-D24B-948D-5280C84F3DA9}" presName="node" presStyleLbl="node1" presStyleIdx="5" presStyleCnt="7" custLinFactNeighborX="55091" custLinFactNeighborY="9497">
        <dgm:presLayoutVars>
          <dgm:bulletEnabled val="1"/>
        </dgm:presLayoutVars>
      </dgm:prSet>
      <dgm:spPr/>
    </dgm:pt>
    <dgm:pt modelId="{F8F3CCBE-67C9-134D-90CB-6F92AA2992FF}" type="pres">
      <dgm:prSet presAssocID="{7D180CA9-F761-F24A-94CB-922650DEF125}" presName="sibTrans" presStyleLbl="bgSibTrans2D1" presStyleIdx="5" presStyleCnt="6"/>
      <dgm:spPr/>
    </dgm:pt>
    <dgm:pt modelId="{CFEF2B27-0F9F-E142-BC28-405DEFED7BF5}" type="pres">
      <dgm:prSet presAssocID="{17D81887-BE9F-A54E-9EA7-C26C8ADE481F}" presName="compNode" presStyleCnt="0"/>
      <dgm:spPr/>
    </dgm:pt>
    <dgm:pt modelId="{6C4A3500-5A9A-AF47-B595-AB8DFCAB7F91}" type="pres">
      <dgm:prSet presAssocID="{17D81887-BE9F-A54E-9EA7-C26C8ADE481F}" presName="dummyConnPt" presStyleCnt="0"/>
      <dgm:spPr/>
    </dgm:pt>
    <dgm:pt modelId="{0CF55B2C-E935-0B46-B5F6-37789ADA529A}" type="pres">
      <dgm:prSet presAssocID="{17D81887-BE9F-A54E-9EA7-C26C8ADE481F}" presName="node" presStyleLbl="node1" presStyleIdx="6" presStyleCnt="7" custScaleX="102330" custScaleY="121099" custLinFactY="89501" custLinFactNeighborX="44745" custLinFactNeighborY="100000">
        <dgm:presLayoutVars>
          <dgm:bulletEnabled val="1"/>
        </dgm:presLayoutVars>
      </dgm:prSet>
      <dgm:spPr/>
    </dgm:pt>
  </dgm:ptLst>
  <dgm:cxnLst>
    <dgm:cxn modelId="{E90DC10C-FA69-0D4F-AEDB-14FB5C85A95C}" type="presOf" srcId="{E4B8AD0D-4BFD-1746-A886-A661618D4719}" destId="{D7BB4E2F-3A4B-AB4C-B3B4-592870F9B9F9}" srcOrd="0" destOrd="0" presId="urn:microsoft.com/office/officeart/2005/8/layout/bProcess4"/>
    <dgm:cxn modelId="{787ADA0F-9765-8D44-A284-A6696AEC7B68}" srcId="{7309F21C-7A09-E84E-AC30-FCF011B2225C}" destId="{2E559C07-DDD3-BC42-B317-04479C1192E2}" srcOrd="4" destOrd="0" parTransId="{E7423A70-9353-9745-B8F9-0897422DD0BF}" sibTransId="{DC58228C-1E1E-6345-9855-F9CDE73B2305}"/>
    <dgm:cxn modelId="{699F3E12-4AB0-7C40-AD57-7FE72D3C4BF4}" type="presOf" srcId="{87CA9058-D80A-D24B-948D-5280C84F3DA9}" destId="{1746ADF2-A9D0-974B-A4A5-B39B9E0E30F1}" srcOrd="0" destOrd="0" presId="urn:microsoft.com/office/officeart/2005/8/layout/bProcess4"/>
    <dgm:cxn modelId="{8D8C9939-3755-7A4B-8095-C3B0C379A82E}" type="presOf" srcId="{7D180CA9-F761-F24A-94CB-922650DEF125}" destId="{F8F3CCBE-67C9-134D-90CB-6F92AA2992FF}" srcOrd="0" destOrd="0" presId="urn:microsoft.com/office/officeart/2005/8/layout/bProcess4"/>
    <dgm:cxn modelId="{3D2DC548-0839-634D-9E6F-58729825A4CD}" type="presOf" srcId="{629D159C-9C0D-AF48-BF73-36F228E86375}" destId="{E4B626F1-A231-9340-8982-EF67B932C255}" srcOrd="0" destOrd="0" presId="urn:microsoft.com/office/officeart/2005/8/layout/bProcess4"/>
    <dgm:cxn modelId="{6BA9F15A-E1A2-BC42-81E9-0B0A7CD25581}" srcId="{7309F21C-7A09-E84E-AC30-FCF011B2225C}" destId="{9CD103AE-3AC2-B340-ACD9-F7EBA4FB3819}" srcOrd="0" destOrd="0" parTransId="{2355B827-B5DB-B843-98B8-66C9EFD43BD3}" sibTransId="{99AA6C8E-1270-DE4D-9CB3-853E63275E8F}"/>
    <dgm:cxn modelId="{62FC5A5E-D063-DC47-9EEA-0135136A747D}" type="presOf" srcId="{7309F21C-7A09-E84E-AC30-FCF011B2225C}" destId="{E8DF594B-73A6-694B-BBD0-BBF192102D3C}" srcOrd="0" destOrd="0" presId="urn:microsoft.com/office/officeart/2005/8/layout/bProcess4"/>
    <dgm:cxn modelId="{62DEBF61-3928-A640-8E69-F126442DB754}" srcId="{7309F21C-7A09-E84E-AC30-FCF011B2225C}" destId="{17D81887-BE9F-A54E-9EA7-C26C8ADE481F}" srcOrd="6" destOrd="0" parTransId="{FFD9C599-6E76-1C42-963A-CD72E042F145}" sibTransId="{27616483-F2B0-7E4B-A330-38A70ADF6D20}"/>
    <dgm:cxn modelId="{7C43D265-C749-A142-A259-3957304E3434}" type="presOf" srcId="{520EA859-B7A6-664A-86B3-532A1FD67BAF}" destId="{A55FEFF7-F509-7943-B5F7-72B6F47D3228}" srcOrd="0" destOrd="0" presId="urn:microsoft.com/office/officeart/2005/8/layout/bProcess4"/>
    <dgm:cxn modelId="{3BF5C36F-06AF-1842-91A9-DEAED066E78F}" type="presOf" srcId="{DC58228C-1E1E-6345-9855-F9CDE73B2305}" destId="{6EF80321-D950-5847-872D-31FE547B36F5}" srcOrd="0" destOrd="0" presId="urn:microsoft.com/office/officeart/2005/8/layout/bProcess4"/>
    <dgm:cxn modelId="{1A162986-E53A-524D-90D2-01F4438A3685}" type="presOf" srcId="{17D81887-BE9F-A54E-9EA7-C26C8ADE481F}" destId="{0CF55B2C-E935-0B46-B5F6-37789ADA529A}" srcOrd="0" destOrd="0" presId="urn:microsoft.com/office/officeart/2005/8/layout/bProcess4"/>
    <dgm:cxn modelId="{CA666387-76BC-3740-82D8-94856D452EF1}" srcId="{7309F21C-7A09-E84E-AC30-FCF011B2225C}" destId="{F9DC9A23-ABC9-1D46-A7D0-110B5EE6094C}" srcOrd="2" destOrd="0" parTransId="{1541509E-10EF-FF47-A690-952B35BD777F}" sibTransId="{429A0E25-A0B2-8C4C-B82E-55D6D8ABFE31}"/>
    <dgm:cxn modelId="{89F62EA6-A9CE-EE41-9953-18B2E3AE9F74}" srcId="{7309F21C-7A09-E84E-AC30-FCF011B2225C}" destId="{87CA9058-D80A-D24B-948D-5280C84F3DA9}" srcOrd="5" destOrd="0" parTransId="{D69B7E70-A6A0-C44B-B45B-5B265B5ED313}" sibTransId="{7D180CA9-F761-F24A-94CB-922650DEF125}"/>
    <dgm:cxn modelId="{4D1E0DAF-9676-914A-8946-9A7759822EC8}" srcId="{7309F21C-7A09-E84E-AC30-FCF011B2225C}" destId="{D9AB14E8-22DB-C647-9362-B0E01EBF6900}" srcOrd="3" destOrd="0" parTransId="{769F23FA-98B8-3C44-8C44-8E8DD4CBC063}" sibTransId="{520EA859-B7A6-664A-86B3-532A1FD67BAF}"/>
    <dgm:cxn modelId="{FD5B95B2-1111-BC4F-A5D7-D8759F5AE9DF}" type="presOf" srcId="{F9DC9A23-ABC9-1D46-A7D0-110B5EE6094C}" destId="{9ACA9538-3627-D043-A0D6-DD994CB6F073}" srcOrd="0" destOrd="0" presId="urn:microsoft.com/office/officeart/2005/8/layout/bProcess4"/>
    <dgm:cxn modelId="{BF5FC2B2-5175-CD40-8281-3F476032112A}" type="presOf" srcId="{429A0E25-A0B2-8C4C-B82E-55D6D8ABFE31}" destId="{287D72F2-D080-7F47-BD60-9A7953038548}" srcOrd="0" destOrd="0" presId="urn:microsoft.com/office/officeart/2005/8/layout/bProcess4"/>
    <dgm:cxn modelId="{53F2CEE5-FC1C-C54B-8A4E-579B0B79E6A7}" srcId="{7309F21C-7A09-E84E-AC30-FCF011B2225C}" destId="{629D159C-9C0D-AF48-BF73-36F228E86375}" srcOrd="1" destOrd="0" parTransId="{2245A346-F44B-084A-9E73-90CDCE71F15F}" sibTransId="{E4B8AD0D-4BFD-1746-A886-A661618D4719}"/>
    <dgm:cxn modelId="{2EBF27EA-5D60-E649-8EEE-4C652D51AC97}" type="presOf" srcId="{99AA6C8E-1270-DE4D-9CB3-853E63275E8F}" destId="{3E00D022-B973-2143-AA36-018EDD7EB8EF}" srcOrd="0" destOrd="0" presId="urn:microsoft.com/office/officeart/2005/8/layout/bProcess4"/>
    <dgm:cxn modelId="{CC94BFEB-518F-7346-BEF0-509A1FE0991A}" type="presOf" srcId="{9CD103AE-3AC2-B340-ACD9-F7EBA4FB3819}" destId="{D2A629B2-B244-3340-A59E-D2B26BA10FDD}" srcOrd="0" destOrd="0" presId="urn:microsoft.com/office/officeart/2005/8/layout/bProcess4"/>
    <dgm:cxn modelId="{13DEF7F9-9705-CF41-8031-FC1A88323FD5}" type="presOf" srcId="{2E559C07-DDD3-BC42-B317-04479C1192E2}" destId="{C0FFA1F2-B219-924B-B843-4E3968BEBA62}" srcOrd="0" destOrd="0" presId="urn:microsoft.com/office/officeart/2005/8/layout/bProcess4"/>
    <dgm:cxn modelId="{AEAB24FB-44E9-7A41-BD65-DD9BBD2CB5B4}" type="presOf" srcId="{D9AB14E8-22DB-C647-9362-B0E01EBF6900}" destId="{5D4FDC55-B061-6940-A919-F28745B66C4A}" srcOrd="0" destOrd="0" presId="urn:microsoft.com/office/officeart/2005/8/layout/bProcess4"/>
    <dgm:cxn modelId="{39799CE3-49D1-514C-BA0D-CDDF4C3F0024}" type="presParOf" srcId="{E8DF594B-73A6-694B-BBD0-BBF192102D3C}" destId="{2A2D61E5-4C06-FE4F-8711-12A750D36EF7}" srcOrd="0" destOrd="0" presId="urn:microsoft.com/office/officeart/2005/8/layout/bProcess4"/>
    <dgm:cxn modelId="{6E66FE16-D18E-3A4E-BEE9-A356AB54EB38}" type="presParOf" srcId="{2A2D61E5-4C06-FE4F-8711-12A750D36EF7}" destId="{AA92BD9B-8580-1D4C-BB63-3E52F7184077}" srcOrd="0" destOrd="0" presId="urn:microsoft.com/office/officeart/2005/8/layout/bProcess4"/>
    <dgm:cxn modelId="{EAD1657C-18D1-0D45-93A8-CDF8E36C3940}" type="presParOf" srcId="{2A2D61E5-4C06-FE4F-8711-12A750D36EF7}" destId="{D2A629B2-B244-3340-A59E-D2B26BA10FDD}" srcOrd="1" destOrd="0" presId="urn:microsoft.com/office/officeart/2005/8/layout/bProcess4"/>
    <dgm:cxn modelId="{040CD13D-C2A3-0441-9FB7-9875B53E40C7}" type="presParOf" srcId="{E8DF594B-73A6-694B-BBD0-BBF192102D3C}" destId="{3E00D022-B973-2143-AA36-018EDD7EB8EF}" srcOrd="1" destOrd="0" presId="urn:microsoft.com/office/officeart/2005/8/layout/bProcess4"/>
    <dgm:cxn modelId="{ED0FCFF2-7D23-0941-BE5C-915E9A48A62A}" type="presParOf" srcId="{E8DF594B-73A6-694B-BBD0-BBF192102D3C}" destId="{F2046ED0-1740-9B41-8AC6-77DCF9BBCF19}" srcOrd="2" destOrd="0" presId="urn:microsoft.com/office/officeart/2005/8/layout/bProcess4"/>
    <dgm:cxn modelId="{09E80EE4-AB14-0D4D-AA5C-8DB10D4276B8}" type="presParOf" srcId="{F2046ED0-1740-9B41-8AC6-77DCF9BBCF19}" destId="{3A07DF79-8158-E44B-957B-CBCE36521DE6}" srcOrd="0" destOrd="0" presId="urn:microsoft.com/office/officeart/2005/8/layout/bProcess4"/>
    <dgm:cxn modelId="{B5A4E71A-9F1D-0845-A56F-9812313846E2}" type="presParOf" srcId="{F2046ED0-1740-9B41-8AC6-77DCF9BBCF19}" destId="{E4B626F1-A231-9340-8982-EF67B932C255}" srcOrd="1" destOrd="0" presId="urn:microsoft.com/office/officeart/2005/8/layout/bProcess4"/>
    <dgm:cxn modelId="{B7E249DA-60CF-514B-A074-5B0219E1409B}" type="presParOf" srcId="{E8DF594B-73A6-694B-BBD0-BBF192102D3C}" destId="{D7BB4E2F-3A4B-AB4C-B3B4-592870F9B9F9}" srcOrd="3" destOrd="0" presId="urn:microsoft.com/office/officeart/2005/8/layout/bProcess4"/>
    <dgm:cxn modelId="{62CE5040-E9DC-BF44-A86B-D3A293D38385}" type="presParOf" srcId="{E8DF594B-73A6-694B-BBD0-BBF192102D3C}" destId="{DADB0869-9640-BD4C-9C8A-8A7EFA0F47CC}" srcOrd="4" destOrd="0" presId="urn:microsoft.com/office/officeart/2005/8/layout/bProcess4"/>
    <dgm:cxn modelId="{B63EB916-9768-E04B-AD7A-F2C0DDA3969C}" type="presParOf" srcId="{DADB0869-9640-BD4C-9C8A-8A7EFA0F47CC}" destId="{1C29AFDB-5CAB-1045-A811-DC97A53E4443}" srcOrd="0" destOrd="0" presId="urn:microsoft.com/office/officeart/2005/8/layout/bProcess4"/>
    <dgm:cxn modelId="{9933E662-00C3-5E49-9B35-DE8F9A9C2727}" type="presParOf" srcId="{DADB0869-9640-BD4C-9C8A-8A7EFA0F47CC}" destId="{9ACA9538-3627-D043-A0D6-DD994CB6F073}" srcOrd="1" destOrd="0" presId="urn:microsoft.com/office/officeart/2005/8/layout/bProcess4"/>
    <dgm:cxn modelId="{0F698446-69CB-554C-BEAD-45926C7A329B}" type="presParOf" srcId="{E8DF594B-73A6-694B-BBD0-BBF192102D3C}" destId="{287D72F2-D080-7F47-BD60-9A7953038548}" srcOrd="5" destOrd="0" presId="urn:microsoft.com/office/officeart/2005/8/layout/bProcess4"/>
    <dgm:cxn modelId="{E6F5B627-1114-A741-BECD-B0C7A053AA4C}" type="presParOf" srcId="{E8DF594B-73A6-694B-BBD0-BBF192102D3C}" destId="{F2C8366F-9AC3-974B-95CF-21E7B0D5940E}" srcOrd="6" destOrd="0" presId="urn:microsoft.com/office/officeart/2005/8/layout/bProcess4"/>
    <dgm:cxn modelId="{8B5F3ECD-FD2A-E146-9654-9456606ED4DB}" type="presParOf" srcId="{F2C8366F-9AC3-974B-95CF-21E7B0D5940E}" destId="{3D4CD020-136A-0A48-B66F-768D797CD6DE}" srcOrd="0" destOrd="0" presId="urn:microsoft.com/office/officeart/2005/8/layout/bProcess4"/>
    <dgm:cxn modelId="{02E630A8-D72B-0A4A-95C6-05527F741949}" type="presParOf" srcId="{F2C8366F-9AC3-974B-95CF-21E7B0D5940E}" destId="{5D4FDC55-B061-6940-A919-F28745B66C4A}" srcOrd="1" destOrd="0" presId="urn:microsoft.com/office/officeart/2005/8/layout/bProcess4"/>
    <dgm:cxn modelId="{902B5654-50CE-F14A-867A-1C7913F0FAFC}" type="presParOf" srcId="{E8DF594B-73A6-694B-BBD0-BBF192102D3C}" destId="{A55FEFF7-F509-7943-B5F7-72B6F47D3228}" srcOrd="7" destOrd="0" presId="urn:microsoft.com/office/officeart/2005/8/layout/bProcess4"/>
    <dgm:cxn modelId="{9F90AC23-F07A-684E-BB8A-9E973D242DFE}" type="presParOf" srcId="{E8DF594B-73A6-694B-BBD0-BBF192102D3C}" destId="{03AE95EC-4868-4549-94B2-43221120C571}" srcOrd="8" destOrd="0" presId="urn:microsoft.com/office/officeart/2005/8/layout/bProcess4"/>
    <dgm:cxn modelId="{DB1A55E6-7B1B-DC4C-9EA3-4673C08CF33A}" type="presParOf" srcId="{03AE95EC-4868-4549-94B2-43221120C571}" destId="{BC1287E4-E5BF-4743-9CBF-99414FDEA2F1}" srcOrd="0" destOrd="0" presId="urn:microsoft.com/office/officeart/2005/8/layout/bProcess4"/>
    <dgm:cxn modelId="{1E82A1F0-6608-8041-A5CE-A8C4A4C9421B}" type="presParOf" srcId="{03AE95EC-4868-4549-94B2-43221120C571}" destId="{C0FFA1F2-B219-924B-B843-4E3968BEBA62}" srcOrd="1" destOrd="0" presId="urn:microsoft.com/office/officeart/2005/8/layout/bProcess4"/>
    <dgm:cxn modelId="{18F5D8AB-AE85-9049-924D-8504FA854630}" type="presParOf" srcId="{E8DF594B-73A6-694B-BBD0-BBF192102D3C}" destId="{6EF80321-D950-5847-872D-31FE547B36F5}" srcOrd="9" destOrd="0" presId="urn:microsoft.com/office/officeart/2005/8/layout/bProcess4"/>
    <dgm:cxn modelId="{A1B6F8D1-FB9E-BC47-B966-17864BB6E02D}" type="presParOf" srcId="{E8DF594B-73A6-694B-BBD0-BBF192102D3C}" destId="{7ED104B9-5D69-FB41-8F6B-77C315A56819}" srcOrd="10" destOrd="0" presId="urn:microsoft.com/office/officeart/2005/8/layout/bProcess4"/>
    <dgm:cxn modelId="{2394773F-8D5D-7143-8CD1-8117614C72E9}" type="presParOf" srcId="{7ED104B9-5D69-FB41-8F6B-77C315A56819}" destId="{69DF5CA6-8266-E24A-AE0A-4F4F0052406D}" srcOrd="0" destOrd="0" presId="urn:microsoft.com/office/officeart/2005/8/layout/bProcess4"/>
    <dgm:cxn modelId="{77655DEF-2CD3-A34B-AAB8-7951787B9A29}" type="presParOf" srcId="{7ED104B9-5D69-FB41-8F6B-77C315A56819}" destId="{1746ADF2-A9D0-974B-A4A5-B39B9E0E30F1}" srcOrd="1" destOrd="0" presId="urn:microsoft.com/office/officeart/2005/8/layout/bProcess4"/>
    <dgm:cxn modelId="{2D925895-ED5F-F645-A0E5-88A5465E5D0C}" type="presParOf" srcId="{E8DF594B-73A6-694B-BBD0-BBF192102D3C}" destId="{F8F3CCBE-67C9-134D-90CB-6F92AA2992FF}" srcOrd="11" destOrd="0" presId="urn:microsoft.com/office/officeart/2005/8/layout/bProcess4"/>
    <dgm:cxn modelId="{E5C8E913-60D8-B545-AEF0-CB98CF400405}" type="presParOf" srcId="{E8DF594B-73A6-694B-BBD0-BBF192102D3C}" destId="{CFEF2B27-0F9F-E142-BC28-405DEFED7BF5}" srcOrd="12" destOrd="0" presId="urn:microsoft.com/office/officeart/2005/8/layout/bProcess4"/>
    <dgm:cxn modelId="{3CC76331-A8C7-6B45-96A3-F37EBA88A067}" type="presParOf" srcId="{CFEF2B27-0F9F-E142-BC28-405DEFED7BF5}" destId="{6C4A3500-5A9A-AF47-B595-AB8DFCAB7F91}" srcOrd="0" destOrd="0" presId="urn:microsoft.com/office/officeart/2005/8/layout/bProcess4"/>
    <dgm:cxn modelId="{A57DB7B8-26D0-AA4C-8AD2-2E8C95A026E4}" type="presParOf" srcId="{CFEF2B27-0F9F-E142-BC28-405DEFED7BF5}" destId="{0CF55B2C-E935-0B46-B5F6-37789ADA529A}" srcOrd="1" destOrd="0" presId="urn:microsoft.com/office/officeart/2005/8/layout/b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351338"/>
        <a:chOff x="0" y="0"/>
        <a:chExt cx="10515600" cy="4351338"/>
      </a:xfrm>
    </dsp:grpSpPr>
    <dsp:sp modelId="{4E6118CE-9C0C-B54D-9F06-F4E0105D392D}">
      <dsp:nvSpPr>
        <dsp:cNvPr id="3" name="Rounded Rectangle 2"/>
        <dsp:cNvSpPr/>
      </dsp:nvSpPr>
      <dsp:spPr bwMode="white">
        <a:xfrm>
          <a:off x="0" y="1345490"/>
          <a:ext cx="2767263" cy="166035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10489" tIns="110489" rIns="110489" bIns="110489"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ru-RU" dirty="0"/>
            <a:t>вентили</a:t>
          </a:r>
        </a:p>
      </dsp:txBody>
      <dsp:txXfrm>
        <a:off x="0" y="1345490"/>
        <a:ext cx="2767263" cy="1660358"/>
      </dsp:txXfrm>
    </dsp:sp>
    <dsp:sp modelId="{79DCD3AB-9B43-D344-8426-A2954780749A}">
      <dsp:nvSpPr>
        <dsp:cNvPr id="4" name="Right Arrow 3"/>
        <dsp:cNvSpPr/>
      </dsp:nvSpPr>
      <dsp:spPr bwMode="white">
        <a:xfrm>
          <a:off x="3027386" y="1832528"/>
          <a:ext cx="586660" cy="68628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endParaRPr lang="ru-RU"/>
        </a:p>
      </dsp:txBody>
      <dsp:txXfrm>
        <a:off x="3027386" y="1832528"/>
        <a:ext cx="586660" cy="686281"/>
      </dsp:txXfrm>
    </dsp:sp>
    <dsp:sp modelId="{11053B4D-F5FC-7142-833E-0A87282D8E2E}">
      <dsp:nvSpPr>
        <dsp:cNvPr id="5" name="Rounded Rectangle 4"/>
        <dsp:cNvSpPr/>
      </dsp:nvSpPr>
      <dsp:spPr bwMode="white">
        <a:xfrm>
          <a:off x="3874168" y="1345490"/>
          <a:ext cx="2767263" cy="166035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10489" tIns="110489" rIns="110489" bIns="110489"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ru-RU" dirty="0"/>
            <a:t>типовые ЦУ (КЦУ, ПЦУ) </a:t>
          </a:r>
        </a:p>
      </dsp:txBody>
      <dsp:txXfrm>
        <a:off x="3874168" y="1345490"/>
        <a:ext cx="2767263" cy="1660358"/>
      </dsp:txXfrm>
    </dsp:sp>
    <dsp:sp modelId="{D79B9CAF-558D-8341-934A-D0803E3306CC}">
      <dsp:nvSpPr>
        <dsp:cNvPr id="6" name="Right Arrow 5"/>
        <dsp:cNvSpPr/>
      </dsp:nvSpPr>
      <dsp:spPr bwMode="white">
        <a:xfrm>
          <a:off x="6901554" y="1832528"/>
          <a:ext cx="586660" cy="68628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endParaRPr lang="ru-RU"/>
        </a:p>
      </dsp:txBody>
      <dsp:txXfrm>
        <a:off x="6901554" y="1832528"/>
        <a:ext cx="586660" cy="686281"/>
      </dsp:txXfrm>
    </dsp:sp>
    <dsp:sp modelId="{0301E8B2-FFFA-5740-9CF9-70E52DC4DC8B}">
      <dsp:nvSpPr>
        <dsp:cNvPr id="7" name="Rounded Rectangle 6"/>
        <dsp:cNvSpPr/>
      </dsp:nvSpPr>
      <dsp:spPr bwMode="white">
        <a:xfrm>
          <a:off x="7748337" y="1345490"/>
          <a:ext cx="2767263" cy="166035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10489" tIns="110489" rIns="110489" bIns="110489"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ru-RU" dirty="0"/>
            <a:t>универсальные ЦУ</a:t>
          </a:r>
        </a:p>
      </dsp:txBody>
      <dsp:txXfrm>
        <a:off x="7748337" y="1345490"/>
        <a:ext cx="2767263" cy="1660358"/>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9456944" cy="3030793"/>
        <a:chOff x="0" y="0"/>
        <a:chExt cx="9456944" cy="3030793"/>
      </a:xfrm>
    </dsp:grpSpPr>
    <dsp:sp modelId="{644395B2-CD68-C145-AFD2-A210EB9AA8D7}">
      <dsp:nvSpPr>
        <dsp:cNvPr id="5" name="Freeform 4"/>
        <dsp:cNvSpPr/>
      </dsp:nvSpPr>
      <dsp:spPr bwMode="white">
        <a:xfrm>
          <a:off x="3516761" y="1154660"/>
          <a:ext cx="1110735" cy="529619"/>
        </a:xfrm>
        <a:custGeom>
          <a:avLst/>
          <a:gdLst/>
          <a:ahLst/>
          <a:cxnLst/>
          <a:pathLst>
            <a:path w="1749" h="834">
              <a:moveTo>
                <a:pt x="1749" y="0"/>
              </a:moveTo>
              <a:lnTo>
                <a:pt x="1749" y="675"/>
              </a:lnTo>
              <a:lnTo>
                <a:pt x="0" y="675"/>
              </a:lnTo>
              <a:lnTo>
                <a:pt x="0" y="834"/>
              </a:lnTo>
            </a:path>
          </a:pathLst>
        </a:custGeom>
        <a:ln>
          <a:solidFill>
            <a:schemeClr val="bg2"/>
          </a:solidFill>
        </a:ln>
      </dsp:spPr>
      <dsp:style>
        <a:lnRef idx="2">
          <a:schemeClr val="accent1">
            <a:shade val="60000"/>
          </a:schemeClr>
        </a:lnRef>
        <a:fillRef idx="0">
          <a:schemeClr val="accent1"/>
        </a:fillRef>
        <a:effectRef idx="0">
          <a:scrgbClr r="0" g="0" b="0"/>
        </a:effectRef>
        <a:fontRef idx="minor"/>
      </dsp:style>
      <dsp:txXfrm>
        <a:off x="3516761" y="1154660"/>
        <a:ext cx="1110735" cy="529619"/>
      </dsp:txXfrm>
    </dsp:sp>
    <dsp:sp modelId="{39A9E54B-2568-464A-A602-85E3D2BFC255}">
      <dsp:nvSpPr>
        <dsp:cNvPr id="8" name="Freeform 7"/>
        <dsp:cNvSpPr/>
      </dsp:nvSpPr>
      <dsp:spPr bwMode="white">
        <a:xfrm>
          <a:off x="4627496" y="1154660"/>
          <a:ext cx="1110735" cy="529619"/>
        </a:xfrm>
        <a:custGeom>
          <a:avLst/>
          <a:gdLst/>
          <a:ahLst/>
          <a:cxnLst/>
          <a:pathLst>
            <a:path w="1749" h="834">
              <a:moveTo>
                <a:pt x="0" y="0"/>
              </a:moveTo>
              <a:lnTo>
                <a:pt x="0" y="675"/>
              </a:lnTo>
              <a:lnTo>
                <a:pt x="1749" y="675"/>
              </a:lnTo>
              <a:lnTo>
                <a:pt x="1749" y="834"/>
              </a:lnTo>
            </a:path>
          </a:pathLst>
        </a:custGeom>
        <a:ln>
          <a:solidFill>
            <a:schemeClr val="bg2"/>
          </a:solidFill>
        </a:ln>
      </dsp:spPr>
      <dsp:style>
        <a:lnRef idx="2">
          <a:schemeClr val="accent1">
            <a:shade val="60000"/>
          </a:schemeClr>
        </a:lnRef>
        <a:fillRef idx="0">
          <a:schemeClr val="accent1"/>
        </a:fillRef>
        <a:effectRef idx="0">
          <a:scrgbClr r="0" g="0" b="0"/>
        </a:effectRef>
        <a:fontRef idx="minor"/>
      </dsp:style>
      <dsp:txXfrm>
        <a:off x="4627496" y="1154660"/>
        <a:ext cx="1110735" cy="529619"/>
      </dsp:txXfrm>
    </dsp:sp>
    <dsp:sp modelId="{20DB91D2-EE67-904F-9D96-4EF6AE87764E}">
      <dsp:nvSpPr>
        <dsp:cNvPr id="3" name="Rounded Rectangle 2"/>
        <dsp:cNvSpPr/>
      </dsp:nvSpPr>
      <dsp:spPr bwMode="white">
        <a:xfrm>
          <a:off x="3718713" y="505"/>
          <a:ext cx="1817567" cy="115415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3718713" y="505"/>
        <a:ext cx="1817567" cy="1154155"/>
      </dsp:txXfrm>
    </dsp:sp>
    <dsp:sp modelId="{999C29A5-4AB2-EB4A-A530-C5F39B82DE72}">
      <dsp:nvSpPr>
        <dsp:cNvPr id="4" name="Rounded Rectangle 3"/>
        <dsp:cNvSpPr/>
      </dsp:nvSpPr>
      <dsp:spPr bwMode="white">
        <a:xfrm>
          <a:off x="3920664" y="192359"/>
          <a:ext cx="1817567" cy="115415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ru-RU" dirty="0">
              <a:solidFill>
                <a:schemeClr val="dk1"/>
              </a:solidFill>
            </a:rPr>
            <a:t>Прерывания</a:t>
          </a:r>
          <a:endParaRPr>
            <a:solidFill>
              <a:schemeClr val="dk1"/>
            </a:solidFill>
          </a:endParaRPr>
        </a:p>
      </dsp:txBody>
      <dsp:txXfrm>
        <a:off x="3920664" y="192359"/>
        <a:ext cx="1817567" cy="1154155"/>
      </dsp:txXfrm>
    </dsp:sp>
    <dsp:sp modelId="{183BA58F-E02C-F84A-BDA5-AB06755EB5A5}">
      <dsp:nvSpPr>
        <dsp:cNvPr id="6" name="Rounded Rectangle 5"/>
        <dsp:cNvSpPr/>
      </dsp:nvSpPr>
      <dsp:spPr bwMode="white">
        <a:xfrm>
          <a:off x="2607977" y="1684279"/>
          <a:ext cx="1817567" cy="115415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2607977" y="1684279"/>
        <a:ext cx="1817567" cy="1154155"/>
      </dsp:txXfrm>
    </dsp:sp>
    <dsp:sp modelId="{44509544-A256-DB47-AF7B-661CFBC541F9}">
      <dsp:nvSpPr>
        <dsp:cNvPr id="7" name="Rounded Rectangle 6"/>
        <dsp:cNvSpPr/>
      </dsp:nvSpPr>
      <dsp:spPr bwMode="white">
        <a:xfrm>
          <a:off x="2809929" y="1876133"/>
          <a:ext cx="1817567" cy="115415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ru-RU" dirty="0">
              <a:solidFill>
                <a:schemeClr val="dk1"/>
              </a:solidFill>
            </a:rPr>
            <a:t>Внешние</a:t>
          </a:r>
          <a:endParaRPr>
            <a:solidFill>
              <a:schemeClr val="dk1"/>
            </a:solidFill>
          </a:endParaRPr>
        </a:p>
      </dsp:txBody>
      <dsp:txXfrm>
        <a:off x="2809929" y="1876133"/>
        <a:ext cx="1817567" cy="1154155"/>
      </dsp:txXfrm>
    </dsp:sp>
    <dsp:sp modelId="{9CA6A5CD-DB03-BB4B-BC8E-CF1DA76E5AB4}">
      <dsp:nvSpPr>
        <dsp:cNvPr id="9" name="Rounded Rectangle 8"/>
        <dsp:cNvSpPr/>
      </dsp:nvSpPr>
      <dsp:spPr bwMode="white">
        <a:xfrm>
          <a:off x="4829448" y="1684279"/>
          <a:ext cx="1817567" cy="115415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4829448" y="1684279"/>
        <a:ext cx="1817567" cy="1154155"/>
      </dsp:txXfrm>
    </dsp:sp>
    <dsp:sp modelId="{B7B4A686-18E4-1C4F-BF44-332900958FEB}">
      <dsp:nvSpPr>
        <dsp:cNvPr id="10" name="Rounded Rectangle 9"/>
        <dsp:cNvSpPr/>
      </dsp:nvSpPr>
      <dsp:spPr bwMode="white">
        <a:xfrm>
          <a:off x="5031400" y="1876133"/>
          <a:ext cx="1817567" cy="1154155"/>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ru-RU" dirty="0">
              <a:solidFill>
                <a:schemeClr val="dk1"/>
              </a:solidFill>
            </a:rPr>
            <a:t>Внутренние</a:t>
          </a:r>
          <a:endParaRPr>
            <a:solidFill>
              <a:schemeClr val="dk1"/>
            </a:solidFill>
          </a:endParaRPr>
        </a:p>
      </dsp:txBody>
      <dsp:txXfrm>
        <a:off x="5031400" y="1876133"/>
        <a:ext cx="1817567" cy="1154155"/>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287000" cy="1900237"/>
        <a:chOff x="0" y="0"/>
        <a:chExt cx="10287000" cy="1900237"/>
      </a:xfrm>
    </dsp:grpSpPr>
    <dsp:sp modelId="{14BF7C98-02AF-BA43-ABEB-1C9E1BBBBB2D}">
      <dsp:nvSpPr>
        <dsp:cNvPr id="3" name="Rounded Rectangle 2"/>
        <dsp:cNvSpPr/>
      </dsp:nvSpPr>
      <dsp:spPr bwMode="white">
        <a:xfrm>
          <a:off x="0" y="0"/>
          <a:ext cx="10287000" cy="1900237"/>
        </a:xfrm>
        <a:prstGeom prst="roundRect">
          <a:avLst>
            <a:gd name="adj" fmla="val 10000"/>
          </a:avLst>
        </a:prstGeom>
        <a:sp3d prstMaterial="dkEdge">
          <a:bevelT w="8200" h="38100"/>
        </a:sp3d>
      </dsp:spPr>
      <dsp:style>
        <a:lnRef idx="0">
          <a:schemeClr val="lt1"/>
        </a:lnRef>
        <a:fillRef idx="2">
          <a:schemeClr val="accent2"/>
        </a:fillRef>
        <a:effectRef idx="1">
          <a:scrgbClr r="0" g="0" b="0"/>
        </a:effectRef>
        <a:fontRef idx="minor">
          <a:schemeClr val="dk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ru-RU" sz="1800" b="1" i="0" u="none" dirty="0">
              <a:solidFill>
                <a:srgbClr val="0070C0"/>
              </a:solidFill>
            </a:rPr>
            <a:t>Прерывание (</a:t>
          </a:r>
          <a:r>
            <a:rPr lang="en-GB" sz="1800" b="1" i="0" u="none" dirty="0">
              <a:solidFill>
                <a:srgbClr val="0070C0"/>
              </a:solidFill>
            </a:rPr>
            <a:t>interrupt</a:t>
          </a:r>
          <a:r>
            <a:rPr lang="en-GB" sz="1600" b="0" i="0" u="none" dirty="0">
              <a:solidFill>
                <a:srgbClr val="0070C0"/>
              </a:solidFill>
            </a:rPr>
            <a:t>) </a:t>
          </a:r>
          <a:r>
            <a:rPr lang="en-GB" sz="1600" b="0" i="0" u="none" dirty="0"/>
            <a:t>— </a:t>
          </a:r>
          <a:r>
            <a:rPr lang="ru-RU" sz="1400" b="0" i="0" u="none" dirty="0"/>
            <a:t>сигнал от программного или аппаратного обеспечения, сообщающий процессору о наступлении какого-либо события. Прерывание извещает процессор о наступлении высокоприоритетного события, требующего прерывания текущего кода, выполняемого процессором. Процессор отвечает приостановкой своей текущей активности, сохраняя свое состояние и выполняя функцию, называемую обработчиком прерывания (или программой обработки прерывания), которая реагирует на событие и обслуживает его, после чего возвращает управление в прерванный код.</a:t>
          </a:r>
          <a:endParaRPr lang="ru-RU" sz="1400" dirty="0"/>
        </a:p>
      </dsp:txBody>
      <dsp:txXfrm>
        <a:off x="0" y="0"/>
        <a:ext cx="10287000" cy="1900237"/>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821872"/>
        <a:chOff x="0" y="0"/>
        <a:chExt cx="10515600" cy="4821872"/>
      </a:xfrm>
    </dsp:grpSpPr>
    <dsp:sp modelId="{F1D61966-90DF-413F-A652-7935AAD59AE8}">
      <dsp:nvSpPr>
        <dsp:cNvPr id="3" name="Rectangle 2"/>
        <dsp:cNvSpPr/>
      </dsp:nvSpPr>
      <dsp:spPr bwMode="white">
        <a:xfrm>
          <a:off x="653563" y="-515"/>
          <a:ext cx="4352851" cy="2227377"/>
        </a:xfrm>
        <a:prstGeom prst="rect">
          <a:avLst/>
        </a:prstGeom>
      </dsp:spPr>
      <dsp:style>
        <a:lnRef idx="2">
          <a:schemeClr val="lt1"/>
        </a:lnRef>
        <a:fillRef idx="1">
          <a:schemeClr val="accent2"/>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a:solidFill>
                <a:schemeClr val="tx1"/>
              </a:solidFill>
              <a:latin typeface="Open Sans Light" charset="0"/>
              <a:ea typeface="Open Sans Light" charset="0"/>
              <a:cs typeface="Open Sans Light" charset="0"/>
            </a:rPr>
            <a:t>1. </a:t>
          </a:r>
          <a:r>
            <a:rPr lang="ru-RU" dirty="0">
              <a:solidFill>
                <a:schemeClr val="tx1"/>
              </a:solidFill>
              <a:latin typeface="Open Sans Light" charset="0"/>
              <a:ea typeface="Open Sans Light" charset="0"/>
              <a:cs typeface="Open Sans Light" charset="0"/>
            </a:rPr>
            <a:t>Аппаратные - возникают как реакция микропроцессора на физический сигнал от некоторого устройства (клавиатура, системные часы, жесткий диск и т.д.). По времени возникновения эти прерывания асинхронны, т.е. происходят в случайные моменты времени</a:t>
          </a:r>
          <a:r>
            <a:rPr lang="ru-RU" dirty="0">
              <a:solidFill>
                <a:schemeClr val="bg2"/>
              </a:solidFill>
              <a:latin typeface="Open Sans Light" charset="0"/>
              <a:ea typeface="Open Sans Light" charset="0"/>
              <a:cs typeface="Open Sans Light" charset="0"/>
            </a:rPr>
            <a:t>;</a:t>
          </a:r>
        </a:p>
      </dsp:txBody>
      <dsp:txXfrm>
        <a:off x="653563" y="-515"/>
        <a:ext cx="4352851" cy="2227377"/>
      </dsp:txXfrm>
    </dsp:sp>
    <dsp:sp modelId="{82374529-B076-4A7B-824B-C4D50FA5C908}">
      <dsp:nvSpPr>
        <dsp:cNvPr id="4" name="Rectangle 3"/>
        <dsp:cNvSpPr/>
      </dsp:nvSpPr>
      <dsp:spPr bwMode="white">
        <a:xfrm>
          <a:off x="5377643" y="-515"/>
          <a:ext cx="4497148" cy="2227377"/>
        </a:xfrm>
        <a:prstGeom prst="rect">
          <a:avLst/>
        </a:prstGeom>
      </dsp:spPr>
      <dsp:style>
        <a:lnRef idx="2">
          <a:schemeClr val="lt1"/>
        </a:lnRef>
        <a:fillRef idx="1">
          <a:schemeClr val="accent3"/>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ru-RU" dirty="0">
              <a:solidFill>
                <a:schemeClr val="bg1">
                  <a:lumMod val="95000"/>
                  <a:lumOff val="5000"/>
                </a:schemeClr>
              </a:solidFill>
              <a:latin typeface="Open Sans Light" charset="0"/>
              <a:ea typeface="Open Sans Light" charset="0"/>
              <a:cs typeface="Open Sans Light" charset="0"/>
            </a:rPr>
            <a:t>2. Программные - вызываются искусственно с помощью соответствующей команды из программы (</a:t>
          </a:r>
          <a:r>
            <a:rPr lang="ru-RU" dirty="0" err="1">
              <a:solidFill>
                <a:schemeClr val="bg1">
                  <a:lumMod val="95000"/>
                  <a:lumOff val="5000"/>
                </a:schemeClr>
              </a:solidFill>
              <a:latin typeface="Open Sans Light" charset="0"/>
              <a:ea typeface="Open Sans Light" charset="0"/>
              <a:cs typeface="Open Sans Light" charset="0"/>
            </a:rPr>
            <a:t>int</a:t>
          </a:r>
          <a:r>
            <a:rPr lang="ru-RU" dirty="0">
              <a:solidFill>
                <a:schemeClr val="bg1">
                  <a:lumMod val="95000"/>
                  <a:lumOff val="5000"/>
                </a:schemeClr>
              </a:solidFill>
              <a:latin typeface="Open Sans Light" charset="0"/>
              <a:ea typeface="Open Sans Light" charset="0"/>
              <a:cs typeface="Open Sans Light" charset="0"/>
            </a:rPr>
            <a:t>), предназначены для выполнения некоторых действий операционной системы, являются синхронными; </a:t>
          </a:r>
        </a:p>
      </dsp:txBody>
      <dsp:txXfrm>
        <a:off x="5377643" y="-515"/>
        <a:ext cx="4497148" cy="2227377"/>
      </dsp:txXfrm>
    </dsp:sp>
    <dsp:sp modelId="{A926C4B2-EDC5-42AC-9C37-903290C7B643}">
      <dsp:nvSpPr>
        <dsp:cNvPr id="5" name="Rectangle 4"/>
        <dsp:cNvSpPr/>
      </dsp:nvSpPr>
      <dsp:spPr bwMode="white">
        <a:xfrm>
          <a:off x="2594132" y="2595010"/>
          <a:ext cx="5334715" cy="2227377"/>
        </a:xfrm>
        <a:prstGeom prst="rect">
          <a:avLst/>
        </a:prstGeom>
      </dsp:spPr>
      <dsp:style>
        <a:lnRef idx="2">
          <a:schemeClr val="lt1"/>
        </a:lnRef>
        <a:fillRef idx="1">
          <a:schemeClr val="accent4"/>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ru-RU" dirty="0">
              <a:solidFill>
                <a:schemeClr val="bg1">
                  <a:lumMod val="95000"/>
                  <a:lumOff val="5000"/>
                </a:schemeClr>
              </a:solidFill>
              <a:latin typeface="Open Sans Light" charset="0"/>
              <a:ea typeface="Open Sans Light" charset="0"/>
              <a:cs typeface="Open Sans Light" charset="0"/>
            </a:rPr>
            <a:t>3. Исключения - являются реакцией микропроцессора на нестандартную ситуацию, возникшую внутри микропроцессора во время выполнения некоторой команды программы (деление на ноль, прерывание по флагу TF (трассировка)). </a:t>
          </a:r>
        </a:p>
      </dsp:txBody>
      <dsp:txXfrm>
        <a:off x="2594132" y="2595010"/>
        <a:ext cx="5334715" cy="2227377"/>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351338"/>
        <a:chOff x="0" y="0"/>
        <a:chExt cx="10515600" cy="4351338"/>
      </a:xfrm>
    </dsp:grpSpPr>
    <dsp:sp modelId="{56974BB6-9798-5940-9078-C3B31284387B}">
      <dsp:nvSpPr>
        <dsp:cNvPr id="3" name="Rounded Rectangle 2"/>
        <dsp:cNvSpPr/>
      </dsp:nvSpPr>
      <dsp:spPr bwMode="white">
        <a:xfrm>
          <a:off x="698064" y="1340368"/>
          <a:ext cx="1554049" cy="777025"/>
        </a:xfrm>
        <a:prstGeom prst="roundRect">
          <a:avLst>
            <a:gd name="adj" fmla="val 10000"/>
          </a:avLst>
        </a:prstGeom>
      </dsp:spPr>
      <dsp:style>
        <a:lnRef idx="3">
          <a:schemeClr val="lt1"/>
        </a:lnRef>
        <a:fillRef idx="1">
          <a:schemeClr val="accent1"/>
        </a:fillRef>
        <a:effectRef idx="1">
          <a:scrgbClr r="0" g="0" b="0"/>
        </a:effectRef>
        <a:fontRef idx="minor">
          <a:schemeClr val="lt1"/>
        </a:fontRef>
      </dsp:style>
      <dsp:txBody>
        <a:bodyPr vert="horz" wrap="square" lIns="20320" tIns="20320" rIns="20320" bIns="2032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422400">
            <a:lnSpc>
              <a:spcPct val="90000"/>
            </a:lnSpc>
            <a:spcBef>
              <a:spcPct val="0"/>
            </a:spcBef>
            <a:spcAft>
              <a:spcPct val="35000"/>
            </a:spcAft>
            <a:buNone/>
          </a:pPr>
          <a:r>
            <a:rPr lang="ru-RU" sz="1600" kern="1200" dirty="0">
              <a:latin typeface="Open Sans Light" charset="0"/>
              <a:ea typeface="Open Sans Light" charset="0"/>
              <a:cs typeface="Open Sans Light" charset="0"/>
            </a:rPr>
            <a:t>Прерывания</a:t>
          </a:r>
        </a:p>
      </dsp:txBody>
      <dsp:txXfrm>
        <a:off x="698064" y="1340368"/>
        <a:ext cx="1554049" cy="777025"/>
      </dsp:txXfrm>
    </dsp:sp>
    <dsp:sp modelId="{97F3F28D-2DA7-D741-AC7D-90F3F492F8EE}">
      <dsp:nvSpPr>
        <dsp:cNvPr id="4" name="Freeform 3"/>
        <dsp:cNvSpPr/>
      </dsp:nvSpPr>
      <dsp:spPr bwMode="white">
        <a:xfrm>
          <a:off x="2018659" y="1266019"/>
          <a:ext cx="1088528" cy="32143"/>
        </a:xfrm>
        <a:custGeom>
          <a:avLst/>
          <a:gdLst/>
          <a:ahLst/>
          <a:cxnLst/>
          <a:pathLst>
            <a:path w="1714" h="51">
              <a:moveTo>
                <a:pt x="368" y="729"/>
              </a:moveTo>
              <a:lnTo>
                <a:pt x="1347" y="-678"/>
              </a:lnTo>
            </a:path>
          </a:pathLst>
        </a:custGeom>
      </dsp:spPr>
      <dsp:style>
        <a:lnRef idx="1">
          <a:schemeClr val="accent4"/>
        </a:lnRef>
        <a:fillRef idx="0">
          <a:schemeClr val="accent4"/>
        </a:fillRef>
        <a:effectRef idx="0">
          <a:schemeClr val="accent4"/>
        </a:effectRef>
        <a:fontRef idx="minor">
          <a:schemeClr val="tx1"/>
        </a:fontRef>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ln>
              <a:noFill/>
            </a:ln>
            <a:solidFill>
              <a:schemeClr val="tx1"/>
            </a:solidFill>
          </a:endParaRPr>
        </a:p>
      </dsp:txBody>
      <dsp:txXfrm>
        <a:off x="2018659" y="1266019"/>
        <a:ext cx="1088528" cy="32143"/>
      </dsp:txXfrm>
    </dsp:sp>
    <dsp:sp modelId="{A38368AE-51F3-654C-93A4-8BC428B7ADF5}">
      <dsp:nvSpPr>
        <dsp:cNvPr id="5" name="Rounded Rectangle 4"/>
        <dsp:cNvSpPr/>
      </dsp:nvSpPr>
      <dsp:spPr bwMode="white">
        <a:xfrm>
          <a:off x="2873733" y="446789"/>
          <a:ext cx="1554049" cy="777025"/>
        </a:xfrm>
        <a:prstGeom prst="roundRect">
          <a:avLst>
            <a:gd name="adj" fmla="val 10000"/>
          </a:avLst>
        </a:prstGeom>
      </dsp:spPr>
      <dsp:style>
        <a:lnRef idx="3">
          <a:schemeClr val="lt1"/>
        </a:lnRef>
        <a:fillRef idx="1">
          <a:schemeClr val="accent2">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tx1">
                  <a:lumMod val="20000"/>
                  <a:lumOff val="80000"/>
                </a:schemeClr>
              </a:solidFill>
              <a:latin typeface="Open Sans Light" charset="0"/>
              <a:ea typeface="Open Sans Light" charset="0"/>
              <a:cs typeface="Open Sans Light" charset="0"/>
            </a:rPr>
            <a:t> внешние (аппаратные)</a:t>
          </a:r>
        </a:p>
      </dsp:txBody>
      <dsp:txXfrm>
        <a:off x="2873733" y="446789"/>
        <a:ext cx="1554049" cy="777025"/>
      </dsp:txXfrm>
    </dsp:sp>
    <dsp:sp modelId="{16E8C958-B4C1-4C40-8551-4719A154B5BE}">
      <dsp:nvSpPr>
        <dsp:cNvPr id="6" name="Freeform 5"/>
        <dsp:cNvSpPr/>
      </dsp:nvSpPr>
      <dsp:spPr bwMode="white">
        <a:xfrm>
          <a:off x="4355829" y="595835"/>
          <a:ext cx="765527" cy="32143"/>
        </a:xfrm>
        <a:custGeom>
          <a:avLst/>
          <a:gdLst/>
          <a:ahLst/>
          <a:cxnLst/>
          <a:pathLst>
            <a:path w="1206" h="51">
              <a:moveTo>
                <a:pt x="113" y="377"/>
              </a:moveTo>
              <a:lnTo>
                <a:pt x="1092" y="-326"/>
              </a:lnTo>
            </a:path>
          </a:pathLst>
        </a:custGeom>
      </dsp:spPr>
      <dsp:style>
        <a:lnRef idx="2">
          <a:schemeClr val="accent3"/>
        </a:lnRef>
        <a:fillRef idx="0">
          <a:schemeClr val="accent4">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4355829" y="595835"/>
        <a:ext cx="765527" cy="32143"/>
      </dsp:txXfrm>
    </dsp:sp>
    <dsp:sp modelId="{C8526986-220A-E94B-AE6D-91E2783CC26F}">
      <dsp:nvSpPr>
        <dsp:cNvPr id="7" name="Rounded Rectangle 6"/>
        <dsp:cNvSpPr/>
      </dsp:nvSpPr>
      <dsp:spPr bwMode="white">
        <a:xfrm>
          <a:off x="5049402" y="0"/>
          <a:ext cx="1910206" cy="777025"/>
        </a:xfrm>
        <a:prstGeom prst="roundRect">
          <a:avLst>
            <a:gd name="adj" fmla="val 10000"/>
          </a:avLst>
        </a:prstGeom>
        <a:solidFill>
          <a:schemeClr val="accent2">
            <a:lumMod val="40000"/>
            <a:lumOff val="60000"/>
          </a:schemeClr>
        </a:solidFill>
      </dsp:spPr>
      <dsp:style>
        <a:lnRef idx="3">
          <a:schemeClr val="lt1"/>
        </a:lnRef>
        <a:fillRef idx="1">
          <a:schemeClr val="accent3">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маскируемые</a:t>
          </a:r>
        </a:p>
      </dsp:txBody>
      <dsp:txXfrm>
        <a:off x="5049402" y="0"/>
        <a:ext cx="1910206" cy="777025"/>
      </dsp:txXfrm>
    </dsp:sp>
    <dsp:sp modelId="{B21B5B94-45C9-584B-8DDC-20EFDBFA7B64}">
      <dsp:nvSpPr>
        <dsp:cNvPr id="8" name="Freeform 7"/>
        <dsp:cNvSpPr/>
      </dsp:nvSpPr>
      <dsp:spPr bwMode="white">
        <a:xfrm>
          <a:off x="4355829" y="1042625"/>
          <a:ext cx="765527" cy="32143"/>
        </a:xfrm>
        <a:custGeom>
          <a:avLst/>
          <a:gdLst/>
          <a:ahLst/>
          <a:cxnLst/>
          <a:pathLst>
            <a:path w="1206" h="51">
              <a:moveTo>
                <a:pt x="113" y="-326"/>
              </a:moveTo>
              <a:lnTo>
                <a:pt x="1092" y="377"/>
              </a:lnTo>
            </a:path>
          </a:pathLst>
        </a:custGeom>
      </dsp:spPr>
      <dsp:style>
        <a:lnRef idx="2">
          <a:schemeClr val="accent3"/>
        </a:lnRef>
        <a:fillRef idx="0">
          <a:schemeClr val="accent4">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4355829" y="1042625"/>
        <a:ext cx="765527" cy="32143"/>
      </dsp:txXfrm>
    </dsp:sp>
    <dsp:sp modelId="{D87440CA-58BC-9046-8084-9F7E1980D1C5}">
      <dsp:nvSpPr>
        <dsp:cNvPr id="9" name="Rounded Rectangle 8"/>
        <dsp:cNvSpPr/>
      </dsp:nvSpPr>
      <dsp:spPr bwMode="white">
        <a:xfrm>
          <a:off x="5049402" y="893578"/>
          <a:ext cx="1952834" cy="777025"/>
        </a:xfrm>
        <a:prstGeom prst="roundRect">
          <a:avLst>
            <a:gd name="adj" fmla="val 10000"/>
          </a:avLst>
        </a:prstGeom>
        <a:solidFill>
          <a:schemeClr val="accent2">
            <a:lumMod val="40000"/>
            <a:lumOff val="60000"/>
          </a:schemeClr>
        </a:solidFill>
      </dsp:spPr>
      <dsp:style>
        <a:lnRef idx="3">
          <a:schemeClr val="lt1"/>
        </a:lnRef>
        <a:fillRef idx="1">
          <a:schemeClr val="accent3">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немаскируемые</a:t>
          </a:r>
        </a:p>
      </dsp:txBody>
      <dsp:txXfrm>
        <a:off x="5049402" y="893578"/>
        <a:ext cx="1952834" cy="777025"/>
      </dsp:txXfrm>
    </dsp:sp>
    <dsp:sp modelId="{E354969C-6BC2-B045-8BA4-58A1238CA0D0}">
      <dsp:nvSpPr>
        <dsp:cNvPr id="10" name="Freeform 9"/>
        <dsp:cNvSpPr/>
      </dsp:nvSpPr>
      <dsp:spPr bwMode="white">
        <a:xfrm>
          <a:off x="2018659" y="2159598"/>
          <a:ext cx="1088528" cy="32143"/>
        </a:xfrm>
        <a:custGeom>
          <a:avLst/>
          <a:gdLst/>
          <a:ahLst/>
          <a:cxnLst/>
          <a:pathLst>
            <a:path w="1714" h="51">
              <a:moveTo>
                <a:pt x="368" y="-678"/>
              </a:moveTo>
              <a:lnTo>
                <a:pt x="1347" y="729"/>
              </a:lnTo>
            </a:path>
          </a:pathLst>
        </a:custGeom>
      </dsp:spPr>
      <dsp:style>
        <a:lnRef idx="1">
          <a:schemeClr val="accent4"/>
        </a:lnRef>
        <a:fillRef idx="0">
          <a:schemeClr val="accent4"/>
        </a:fillRef>
        <a:effectRef idx="0">
          <a:schemeClr val="accent4"/>
        </a:effectRef>
        <a:fontRef idx="minor">
          <a:schemeClr val="tx1"/>
        </a:fontRef>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ln>
              <a:noFill/>
            </a:ln>
            <a:solidFill>
              <a:schemeClr val="tx1"/>
            </a:solidFill>
          </a:endParaRPr>
        </a:p>
      </dsp:txBody>
      <dsp:txXfrm>
        <a:off x="2018659" y="2159598"/>
        <a:ext cx="1088528" cy="32143"/>
      </dsp:txXfrm>
    </dsp:sp>
    <dsp:sp modelId="{963E1A2B-CB31-0F4E-B916-20DBF3B99A4D}">
      <dsp:nvSpPr>
        <dsp:cNvPr id="11" name="Rounded Rectangle 10"/>
        <dsp:cNvSpPr/>
      </dsp:nvSpPr>
      <dsp:spPr bwMode="white">
        <a:xfrm>
          <a:off x="2873733" y="2233946"/>
          <a:ext cx="1554049" cy="777025"/>
        </a:xfrm>
        <a:prstGeom prst="roundRect">
          <a:avLst>
            <a:gd name="adj" fmla="val 10000"/>
          </a:avLst>
        </a:prstGeom>
        <a:solidFill>
          <a:schemeClr val="bg2"/>
        </a:solidFill>
      </dsp:spPr>
      <dsp:style>
        <a:lnRef idx="3">
          <a:schemeClr val="lt1"/>
        </a:lnRef>
        <a:fillRef idx="1">
          <a:schemeClr val="accent2">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tx1">
                  <a:lumMod val="20000"/>
                  <a:lumOff val="80000"/>
                </a:schemeClr>
              </a:solidFill>
              <a:latin typeface="Open Sans Light" charset="0"/>
              <a:ea typeface="Open Sans Light" charset="0"/>
              <a:cs typeface="Open Sans Light" charset="0"/>
            </a:rPr>
            <a:t>внутренние</a:t>
          </a:r>
        </a:p>
      </dsp:txBody>
      <dsp:txXfrm>
        <a:off x="2873733" y="2233946"/>
        <a:ext cx="1554049" cy="777025"/>
      </dsp:txXfrm>
    </dsp:sp>
    <dsp:sp modelId="{74753B97-D898-C846-9857-502CA005C90B}">
      <dsp:nvSpPr>
        <dsp:cNvPr id="12" name="Freeform 11"/>
        <dsp:cNvSpPr/>
      </dsp:nvSpPr>
      <dsp:spPr bwMode="white">
        <a:xfrm>
          <a:off x="4355829" y="2382992"/>
          <a:ext cx="765527" cy="32143"/>
        </a:xfrm>
        <a:custGeom>
          <a:avLst/>
          <a:gdLst/>
          <a:ahLst/>
          <a:cxnLst/>
          <a:pathLst>
            <a:path w="1206" h="51">
              <a:moveTo>
                <a:pt x="113" y="377"/>
              </a:moveTo>
              <a:lnTo>
                <a:pt x="1092" y="-326"/>
              </a:lnTo>
            </a:path>
          </a:pathLst>
        </a:custGeom>
      </dsp:spPr>
      <dsp:style>
        <a:lnRef idx="2">
          <a:schemeClr val="accent3"/>
        </a:lnRef>
        <a:fillRef idx="0">
          <a:schemeClr val="accent4">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4355829" y="2382992"/>
        <a:ext cx="765527" cy="32143"/>
      </dsp:txXfrm>
    </dsp:sp>
    <dsp:sp modelId="{29F6807E-E2D9-AF41-87B9-8146A4DEF43C}">
      <dsp:nvSpPr>
        <dsp:cNvPr id="13" name="Rounded Rectangle 12"/>
        <dsp:cNvSpPr/>
      </dsp:nvSpPr>
      <dsp:spPr bwMode="white">
        <a:xfrm>
          <a:off x="5049402" y="1787157"/>
          <a:ext cx="2533815" cy="777025"/>
        </a:xfrm>
        <a:prstGeom prst="roundRect">
          <a:avLst>
            <a:gd name="adj" fmla="val 10000"/>
          </a:avLst>
        </a:prstGeom>
        <a:solidFill>
          <a:schemeClr val="bg2">
            <a:lumMod val="60000"/>
            <a:lumOff val="40000"/>
          </a:schemeClr>
        </a:solidFill>
      </dsp:spPr>
      <dsp:style>
        <a:lnRef idx="3">
          <a:schemeClr val="lt1"/>
        </a:lnRef>
        <a:fillRef idx="1">
          <a:schemeClr val="accent3">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программные</a:t>
          </a:r>
        </a:p>
      </dsp:txBody>
      <dsp:txXfrm>
        <a:off x="5049402" y="1787157"/>
        <a:ext cx="2533815" cy="777025"/>
      </dsp:txXfrm>
    </dsp:sp>
    <dsp:sp modelId="{4113A42A-F59C-7A49-9EBA-98C1B9B8F1DD}">
      <dsp:nvSpPr>
        <dsp:cNvPr id="14" name="Freeform 13"/>
        <dsp:cNvSpPr/>
      </dsp:nvSpPr>
      <dsp:spPr bwMode="white">
        <a:xfrm>
          <a:off x="4355829" y="2829781"/>
          <a:ext cx="765527" cy="32143"/>
        </a:xfrm>
        <a:custGeom>
          <a:avLst/>
          <a:gdLst/>
          <a:ahLst/>
          <a:cxnLst/>
          <a:pathLst>
            <a:path w="1206" h="51">
              <a:moveTo>
                <a:pt x="113" y="-326"/>
              </a:moveTo>
              <a:lnTo>
                <a:pt x="1092" y="377"/>
              </a:lnTo>
            </a:path>
          </a:pathLst>
        </a:custGeom>
      </dsp:spPr>
      <dsp:style>
        <a:lnRef idx="2">
          <a:schemeClr val="accent3"/>
        </a:lnRef>
        <a:fillRef idx="0">
          <a:schemeClr val="accent4">
            <a:tint val="7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4355829" y="2829781"/>
        <a:ext cx="765527" cy="32143"/>
      </dsp:txXfrm>
    </dsp:sp>
    <dsp:sp modelId="{070C17E2-2608-4544-AE72-2DD7565ED67C}">
      <dsp:nvSpPr>
        <dsp:cNvPr id="15" name="Rounded Rectangle 14"/>
        <dsp:cNvSpPr/>
      </dsp:nvSpPr>
      <dsp:spPr bwMode="white">
        <a:xfrm>
          <a:off x="5049402" y="2680735"/>
          <a:ext cx="2592465" cy="777025"/>
        </a:xfrm>
        <a:prstGeom prst="roundRect">
          <a:avLst>
            <a:gd name="adj" fmla="val 10000"/>
          </a:avLst>
        </a:prstGeom>
        <a:solidFill>
          <a:schemeClr val="bg2">
            <a:lumMod val="60000"/>
            <a:lumOff val="40000"/>
          </a:schemeClr>
        </a:solidFill>
      </dsp:spPr>
      <dsp:style>
        <a:lnRef idx="3">
          <a:schemeClr val="lt1"/>
        </a:lnRef>
        <a:fillRef idx="1">
          <a:schemeClr val="accent3">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accent6">
                  <a:lumMod val="75000"/>
                </a:schemeClr>
              </a:solidFill>
              <a:latin typeface="Open Sans Light" charset="0"/>
              <a:ea typeface="Open Sans Light" charset="0"/>
              <a:cs typeface="Open Sans Light" charset="0"/>
            </a:rPr>
            <a:t>исключительные ситуации процессора</a:t>
          </a:r>
        </a:p>
      </dsp:txBody>
      <dsp:txXfrm>
        <a:off x="5049402" y="2680735"/>
        <a:ext cx="2592465" cy="777025"/>
      </dsp:txXfrm>
    </dsp:sp>
    <dsp:sp modelId="{831CF454-B870-274A-BE33-6712FA9A513B}">
      <dsp:nvSpPr>
        <dsp:cNvPr id="16" name="Freeform 15"/>
        <dsp:cNvSpPr/>
      </dsp:nvSpPr>
      <dsp:spPr bwMode="white">
        <a:xfrm>
          <a:off x="7408413" y="2606387"/>
          <a:ext cx="1088528" cy="32143"/>
        </a:xfrm>
        <a:custGeom>
          <a:avLst/>
          <a:gdLst/>
          <a:ahLst/>
          <a:cxnLst/>
          <a:pathLst>
            <a:path w="1714" h="51">
              <a:moveTo>
                <a:pt x="368" y="729"/>
              </a:moveTo>
              <a:lnTo>
                <a:pt x="1347" y="-678"/>
              </a:lnTo>
            </a:path>
          </a:pathLst>
        </a:custGeom>
      </dsp:spPr>
      <dsp:style>
        <a:lnRef idx="2">
          <a:schemeClr val="accent4"/>
        </a:lnRef>
        <a:fillRef idx="0">
          <a:schemeClr val="accent5">
            <a:tint val="5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7408413" y="2606387"/>
        <a:ext cx="1088528" cy="32143"/>
      </dsp:txXfrm>
    </dsp:sp>
    <dsp:sp modelId="{8028B480-0395-CF4E-882D-429DF48DDCF7}">
      <dsp:nvSpPr>
        <dsp:cNvPr id="17" name="Rounded Rectangle 16"/>
        <dsp:cNvSpPr/>
      </dsp:nvSpPr>
      <dsp:spPr bwMode="white">
        <a:xfrm>
          <a:off x="8263487" y="1787157"/>
          <a:ext cx="1554049" cy="777025"/>
        </a:xfrm>
        <a:prstGeom prst="roundRect">
          <a:avLst>
            <a:gd name="adj" fmla="val 10000"/>
          </a:avLst>
        </a:prstGeom>
        <a:solidFill>
          <a:schemeClr val="accent4">
            <a:lumMod val="60000"/>
            <a:lumOff val="40000"/>
          </a:schemeClr>
        </a:solidFill>
      </dsp:spPr>
      <dsp:style>
        <a:lnRef idx="3">
          <a:schemeClr val="lt1"/>
        </a:lnRef>
        <a:fillRef idx="1">
          <a:schemeClr val="accent4">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bg2"/>
              </a:solidFill>
              <a:latin typeface="Open Sans Light" charset="0"/>
              <a:ea typeface="Open Sans Light" charset="0"/>
              <a:cs typeface="Open Sans Light" charset="0"/>
            </a:rPr>
            <a:t>отказы</a:t>
          </a:r>
        </a:p>
      </dsp:txBody>
      <dsp:txXfrm>
        <a:off x="8263487" y="1787157"/>
        <a:ext cx="1554049" cy="777025"/>
      </dsp:txXfrm>
    </dsp:sp>
    <dsp:sp modelId="{086972C5-710A-0A42-8BEC-9F1D1BEC0AEB}">
      <dsp:nvSpPr>
        <dsp:cNvPr id="18" name="Freeform 17"/>
        <dsp:cNvSpPr/>
      </dsp:nvSpPr>
      <dsp:spPr bwMode="white">
        <a:xfrm>
          <a:off x="7641867" y="3053176"/>
          <a:ext cx="621620" cy="32143"/>
        </a:xfrm>
        <a:custGeom>
          <a:avLst/>
          <a:gdLst/>
          <a:ahLst/>
          <a:cxnLst/>
          <a:pathLst>
            <a:path w="979" h="51">
              <a:moveTo>
                <a:pt x="0" y="25"/>
              </a:moveTo>
              <a:lnTo>
                <a:pt x="979" y="25"/>
              </a:lnTo>
            </a:path>
          </a:pathLst>
        </a:custGeom>
      </dsp:spPr>
      <dsp:style>
        <a:lnRef idx="2">
          <a:schemeClr val="accent4"/>
        </a:lnRef>
        <a:fillRef idx="0">
          <a:schemeClr val="accent5">
            <a:tint val="5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7641867" y="3053176"/>
        <a:ext cx="621620" cy="32143"/>
      </dsp:txXfrm>
    </dsp:sp>
    <dsp:sp modelId="{0E264333-24D7-CE44-8EA1-3AC1399AB79D}">
      <dsp:nvSpPr>
        <dsp:cNvPr id="19" name="Rounded Rectangle 18"/>
        <dsp:cNvSpPr/>
      </dsp:nvSpPr>
      <dsp:spPr bwMode="white">
        <a:xfrm>
          <a:off x="8263487" y="2680735"/>
          <a:ext cx="1554049" cy="777025"/>
        </a:xfrm>
        <a:prstGeom prst="roundRect">
          <a:avLst>
            <a:gd name="adj" fmla="val 10000"/>
          </a:avLst>
        </a:prstGeom>
        <a:solidFill>
          <a:schemeClr val="accent4">
            <a:lumMod val="60000"/>
            <a:lumOff val="40000"/>
          </a:schemeClr>
        </a:solidFill>
      </dsp:spPr>
      <dsp:style>
        <a:lnRef idx="3">
          <a:schemeClr val="lt1"/>
        </a:lnRef>
        <a:fillRef idx="1">
          <a:schemeClr val="accent4">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r>
            <a:rPr lang="ru-RU" sz="1600" kern="1200" dirty="0">
              <a:solidFill>
                <a:schemeClr val="bg2"/>
              </a:solidFill>
              <a:latin typeface="Open Sans Light" charset="0"/>
              <a:ea typeface="Open Sans Light" charset="0"/>
              <a:cs typeface="Open Sans Light" charset="0"/>
            </a:rPr>
            <a:t>ловушки</a:t>
          </a:r>
        </a:p>
      </dsp:txBody>
      <dsp:txXfrm>
        <a:off x="8263487" y="2680735"/>
        <a:ext cx="1554049" cy="777025"/>
      </dsp:txXfrm>
    </dsp:sp>
    <dsp:sp modelId="{59791889-ACBC-C940-86A3-56EAA5FA2543}">
      <dsp:nvSpPr>
        <dsp:cNvPr id="20" name="Freeform 19"/>
        <dsp:cNvSpPr/>
      </dsp:nvSpPr>
      <dsp:spPr bwMode="white">
        <a:xfrm>
          <a:off x="7408413" y="3499965"/>
          <a:ext cx="1088528" cy="32143"/>
        </a:xfrm>
        <a:custGeom>
          <a:avLst/>
          <a:gdLst/>
          <a:ahLst/>
          <a:cxnLst/>
          <a:pathLst>
            <a:path w="1714" h="51">
              <a:moveTo>
                <a:pt x="368" y="-678"/>
              </a:moveTo>
              <a:lnTo>
                <a:pt x="1347" y="729"/>
              </a:lnTo>
            </a:path>
          </a:pathLst>
        </a:custGeom>
      </dsp:spPr>
      <dsp:style>
        <a:lnRef idx="2">
          <a:schemeClr val="accent4"/>
        </a:lnRef>
        <a:fillRef idx="0">
          <a:schemeClr val="accent5">
            <a:tint val="5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ru-RU">
            <a:solidFill>
              <a:schemeClr val="tx1"/>
            </a:solidFill>
          </a:endParaRPr>
        </a:p>
      </dsp:txBody>
      <dsp:txXfrm>
        <a:off x="7408413" y="3499965"/>
        <a:ext cx="1088528" cy="32143"/>
      </dsp:txXfrm>
    </dsp:sp>
    <dsp:sp modelId="{8843CE2D-E586-E749-813B-F0C482B0D6C9}">
      <dsp:nvSpPr>
        <dsp:cNvPr id="21" name="Rounded Rectangle 20"/>
        <dsp:cNvSpPr/>
      </dsp:nvSpPr>
      <dsp:spPr bwMode="white">
        <a:xfrm>
          <a:off x="8263487" y="3574313"/>
          <a:ext cx="1554049" cy="777025"/>
        </a:xfrm>
        <a:prstGeom prst="roundRect">
          <a:avLst>
            <a:gd name="adj" fmla="val 10000"/>
          </a:avLst>
        </a:prstGeom>
        <a:solidFill>
          <a:schemeClr val="accent4">
            <a:lumMod val="60000"/>
            <a:lumOff val="40000"/>
          </a:schemeClr>
        </a:solidFill>
      </dsp:spPr>
      <dsp:style>
        <a:lnRef idx="3">
          <a:schemeClr val="lt1"/>
        </a:lnRef>
        <a:fillRef idx="1">
          <a:schemeClr val="accent4">
            <a:hueOff val="0"/>
            <a:satOff val="0"/>
            <a:lumOff val="0"/>
            <a:alpha val="100000"/>
          </a:schemeClr>
        </a:fillRef>
        <a:effectRef idx="1">
          <a:scrgbClr r="0" g="0" b="0"/>
        </a:effectRef>
        <a:fontRef idx="minor">
          <a:schemeClr val="lt1"/>
        </a:fontRef>
      </dsp:style>
      <dsp:txBody>
        <a:bodyPr vert="horz" wrap="square" lIns="15240" tIns="15240" rIns="15240" bIns="15240"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ctr" defTabSz="1066800">
            <a:lnSpc>
              <a:spcPct val="90000"/>
            </a:lnSpc>
            <a:spcBef>
              <a:spcPct val="0"/>
            </a:spcBef>
            <a:spcAft>
              <a:spcPct val="35000"/>
            </a:spcAft>
            <a:buNone/>
          </a:pPr>
          <a:endParaRPr lang="ru-RU" sz="1600" kern="1200" dirty="0">
            <a:solidFill>
              <a:schemeClr val="bg2"/>
            </a:solidFill>
            <a:latin typeface="Open Sans Light" charset="0"/>
            <a:ea typeface="Open Sans Light" charset="0"/>
            <a:cs typeface="Open Sans Light" charset="0"/>
          </a:endParaRPr>
        </a:p>
        <a:p>
          <a:pPr marL="0" lvl="0" indent="0" algn="ctr" defTabSz="1066800">
            <a:lnSpc>
              <a:spcPct val="90000"/>
            </a:lnSpc>
            <a:spcBef>
              <a:spcPct val="0"/>
            </a:spcBef>
            <a:spcAft>
              <a:spcPct val="35000"/>
            </a:spcAft>
            <a:buNone/>
          </a:pPr>
          <a:r>
            <a:rPr lang="ru-RU" sz="1600" kern="1200" dirty="0">
              <a:solidFill>
                <a:schemeClr val="bg2"/>
              </a:solidFill>
              <a:latin typeface="Open Sans Light" charset="0"/>
              <a:ea typeface="Open Sans Light" charset="0"/>
              <a:cs typeface="Open Sans Light" charset="0"/>
            </a:rPr>
            <a:t>аварийные завершения</a:t>
          </a:r>
          <a:endParaRPr lang="ru-RU" sz="1600" kern="1200" dirty="0">
            <a:solidFill>
              <a:schemeClr val="bg2"/>
            </a:solidFill>
            <a:latin typeface="Open Sans Light" charset="0"/>
            <a:ea typeface="Open Sans Light" charset="0"/>
            <a:cs typeface="Open Sans Light" charset="0"/>
          </a:endParaRPr>
        </a:p>
        <a:p>
          <a:pPr marL="0" lvl="0" indent="0" algn="ctr" defTabSz="1066800">
            <a:lnSpc>
              <a:spcPct val="90000"/>
            </a:lnSpc>
            <a:spcBef>
              <a:spcPct val="0"/>
            </a:spcBef>
            <a:spcAft>
              <a:spcPct val="35000"/>
            </a:spcAft>
            <a:buNone/>
          </a:pPr>
          <a:endParaRPr lang="ru-RU" sz="2400" kern="1200" dirty="0">
            <a:solidFill>
              <a:schemeClr val="tx1">
                <a:lumMod val="20000"/>
                <a:lumOff val="80000"/>
              </a:schemeClr>
            </a:solidFill>
            <a:latin typeface="Open Sans Light" charset="0"/>
            <a:ea typeface="Open Sans Light" charset="0"/>
            <a:cs typeface="Open Sans Light" charset="0"/>
          </a:endParaRPr>
        </a:p>
      </dsp:txBody>
      <dsp:txXfrm>
        <a:off x="8263487" y="3574313"/>
        <a:ext cx="1554049" cy="777025"/>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223355" cy="4891088"/>
        <a:chOff x="0" y="0"/>
        <a:chExt cx="11223355" cy="4891088"/>
      </a:xfrm>
    </dsp:grpSpPr>
    <dsp:sp modelId="{3E00D022-B973-2143-AA36-018EDD7EB8EF}">
      <dsp:nvSpPr>
        <dsp:cNvPr id="4" name="Rectangle 3"/>
        <dsp:cNvSpPr/>
      </dsp:nvSpPr>
      <dsp:spPr bwMode="white">
        <a:xfrm rot="5399999">
          <a:off x="-812154" y="1522508"/>
          <a:ext cx="2591943" cy="349363"/>
        </a:xfrm>
        <a:prstGeom prst="rect">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5399999">
        <a:off x="-812154" y="1522508"/>
        <a:ext cx="2591943" cy="349363"/>
      </dsp:txXfrm>
    </dsp:sp>
    <dsp:sp modelId="{D2A629B2-B244-3340-A59E-D2B26BA10FDD}">
      <dsp:nvSpPr>
        <dsp:cNvPr id="3" name="Rounded Rectangle 2"/>
        <dsp:cNvSpPr/>
      </dsp:nvSpPr>
      <dsp:spPr bwMode="white">
        <a:xfrm>
          <a:off x="0" y="63500"/>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При поступлении сигнала запроса прерывания МП проверяет, разрешены ли прерывания данного типа в настоящий момент</a:t>
          </a:r>
        </a:p>
      </dsp:txBody>
      <dsp:txXfrm>
        <a:off x="0" y="63500"/>
        <a:ext cx="2329090" cy="1397454"/>
      </dsp:txXfrm>
    </dsp:sp>
    <dsp:sp modelId="{D7BB4E2F-3A4B-AB4C-B3B4-592870F9B9F9}">
      <dsp:nvSpPr>
        <dsp:cNvPr id="6" name="Rectangle 5"/>
        <dsp:cNvSpPr/>
      </dsp:nvSpPr>
      <dsp:spPr bwMode="white">
        <a:xfrm rot="12251">
          <a:off x="483809" y="2787749"/>
          <a:ext cx="2957047" cy="349363"/>
        </a:xfrm>
        <a:prstGeom prst="rect">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12251">
        <a:off x="483809" y="2787749"/>
        <a:ext cx="2957047" cy="349363"/>
      </dsp:txXfrm>
    </dsp:sp>
    <dsp:sp modelId="{E4B626F1-A231-9340-8982-EF67B932C255}">
      <dsp:nvSpPr>
        <dsp:cNvPr id="5" name="Rounded Rectangle 4"/>
        <dsp:cNvSpPr/>
      </dsp:nvSpPr>
      <dsp:spPr bwMode="white">
        <a:xfrm>
          <a:off x="0" y="2619443"/>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Если да, то МП завершает выполнение текущей инструкции и передает управление соответствующей подпрограмме обработки прерывания</a:t>
          </a:r>
        </a:p>
      </dsp:txBody>
      <dsp:txXfrm>
        <a:off x="0" y="2619443"/>
        <a:ext cx="2329090" cy="1397454"/>
      </dsp:txXfrm>
    </dsp:sp>
    <dsp:sp modelId="{287D72F2-D080-7F47-BD60-9A7953038548}">
      <dsp:nvSpPr>
        <dsp:cNvPr id="8" name="Rectangle 7"/>
        <dsp:cNvSpPr/>
      </dsp:nvSpPr>
      <dsp:spPr bwMode="white">
        <a:xfrm rot="16150982">
          <a:off x="2187473" y="1521390"/>
          <a:ext cx="2471507" cy="349363"/>
        </a:xfrm>
        <a:prstGeom prst="rect">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16150982">
        <a:off x="2187473" y="1521390"/>
        <a:ext cx="2471507" cy="349363"/>
      </dsp:txXfrm>
    </dsp:sp>
    <dsp:sp modelId="{9ACA9538-3627-D043-A0D6-DD994CB6F073}">
      <dsp:nvSpPr>
        <dsp:cNvPr id="7" name="Rounded Rectangle 6"/>
        <dsp:cNvSpPr/>
      </dsp:nvSpPr>
      <dsp:spPr bwMode="white">
        <a:xfrm>
          <a:off x="2957028" y="2593982"/>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Автоматически сохраняется некоторая часть/или полностью контекст прерванного потока</a:t>
          </a:r>
        </a:p>
      </dsp:txBody>
      <dsp:txXfrm>
        <a:off x="2957028" y="2593982"/>
        <a:ext cx="2329090" cy="1397454"/>
      </dsp:txXfrm>
    </dsp:sp>
    <dsp:sp modelId="{A55FEFF7-F509-7943-B5F7-72B6F47D3228}">
      <dsp:nvSpPr>
        <dsp:cNvPr id="10" name="Rectangle 9"/>
        <dsp:cNvSpPr/>
      </dsp:nvSpPr>
      <dsp:spPr bwMode="white">
        <a:xfrm rot="2505705">
          <a:off x="2920209" y="1522166"/>
          <a:ext cx="3820831" cy="349363"/>
        </a:xfrm>
        <a:prstGeom prst="rect">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2505705">
        <a:off x="2920209" y="1522166"/>
        <a:ext cx="3820831" cy="349363"/>
      </dsp:txXfrm>
    </dsp:sp>
    <dsp:sp modelId="{5D4FDC55-B061-6940-A919-F28745B66C4A}">
      <dsp:nvSpPr>
        <dsp:cNvPr id="9" name="Rounded Rectangle 8"/>
        <dsp:cNvSpPr/>
      </dsp:nvSpPr>
      <dsp:spPr bwMode="white">
        <a:xfrm>
          <a:off x="2921789" y="86726"/>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Процессор переходит в привилегированный режим (чаще всего) </a:t>
          </a:r>
        </a:p>
      </dsp:txBody>
      <dsp:txXfrm>
        <a:off x="2921789" y="86726"/>
        <a:ext cx="2329090" cy="1397454"/>
      </dsp:txXfrm>
    </dsp:sp>
    <dsp:sp modelId="{6EF80321-D950-5847-872D-31FE547B36F5}">
      <dsp:nvSpPr>
        <dsp:cNvPr id="12" name="Rectangle 11"/>
        <dsp:cNvSpPr/>
      </dsp:nvSpPr>
      <dsp:spPr bwMode="white">
        <a:xfrm rot="16141113">
          <a:off x="5021270" y="1545161"/>
          <a:ext cx="2427173" cy="349363"/>
        </a:xfrm>
        <a:prstGeom prst="rect">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16141113">
        <a:off x="5021270" y="1545161"/>
        <a:ext cx="2427173" cy="349363"/>
      </dsp:txXfrm>
    </dsp:sp>
    <dsp:sp modelId="{C0FFA1F2-B219-924B-B843-4E3968BEBA62}">
      <dsp:nvSpPr>
        <dsp:cNvPr id="11" name="Rounded Rectangle 10"/>
        <dsp:cNvSpPr/>
      </dsp:nvSpPr>
      <dsp:spPr bwMode="white">
        <a:xfrm>
          <a:off x="5771826" y="2595533"/>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Временно запрещаются прерывания данного типа</a:t>
          </a:r>
        </a:p>
      </dsp:txBody>
      <dsp:txXfrm>
        <a:off x="5771826" y="2595533"/>
        <a:ext cx="2329090" cy="1397454"/>
      </dsp:txXfrm>
    </dsp:sp>
    <dsp:sp modelId="{F8F3CCBE-67C9-134D-90CB-6F92AA2992FF}">
      <dsp:nvSpPr>
        <dsp:cNvPr id="14" name="Rectangle 13"/>
        <dsp:cNvSpPr/>
      </dsp:nvSpPr>
      <dsp:spPr bwMode="white">
        <a:xfrm rot="2185114">
          <a:off x="5870290" y="1340793"/>
          <a:ext cx="3520551" cy="349363"/>
        </a:xfrm>
        <a:prstGeom prst="rect">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2185114">
        <a:off x="5870290" y="1340793"/>
        <a:ext cx="3520551" cy="349363"/>
      </dsp:txXfrm>
    </dsp:sp>
    <dsp:sp modelId="{1746ADF2-A9D0-974B-A4A5-B39B9E0E30F1}">
      <dsp:nvSpPr>
        <dsp:cNvPr id="13" name="Rounded Rectangle 12"/>
        <dsp:cNvSpPr/>
      </dsp:nvSpPr>
      <dsp:spPr bwMode="white">
        <a:xfrm>
          <a:off x="5730251" y="132716"/>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Управление передается в соответствующий обработчик прерывания</a:t>
          </a:r>
        </a:p>
      </dsp:txBody>
      <dsp:txXfrm>
        <a:off x="5730251" y="132716"/>
        <a:ext cx="2329090" cy="1397454"/>
      </dsp:txXfrm>
    </dsp:sp>
    <dsp:sp modelId="{0CF55B2C-E935-0B46-B5F6-37789ADA529A}">
      <dsp:nvSpPr>
        <dsp:cNvPr id="15" name="Rounded Rectangle 14"/>
        <dsp:cNvSpPr/>
      </dsp:nvSpPr>
      <dsp:spPr bwMode="white">
        <a:xfrm>
          <a:off x="8563244" y="2186797"/>
          <a:ext cx="2329090" cy="139745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ru-RU" sz="1200" dirty="0"/>
            <a:t>После завершения обработки прерывания контекст прерванного потока восстанавливается и продолжается его выполнение. Снимается запрет на вложенные прерывания</a:t>
          </a:r>
        </a:p>
      </dsp:txBody>
      <dsp:txXfrm>
        <a:off x="8563244" y="2186797"/>
        <a:ext cx="2329090" cy="139745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bkpt" val="bal"/>
          <dgm:param type="contDir" val="revDir"/>
          <dgm:param type="grDir" val="tL"/>
          <dgm:param type="flowDir" val="col"/>
        </dgm:alg>
      </dgm:if>
      <dgm:else name="Name3">
        <dgm:alg type="snake">
          <dgm:param type="bkpt" val="bal"/>
          <dgm:param type="contDir" val="revDir"/>
          <dgm:param type="grDir" val="tR"/>
          <dgm:param type="flowDir" val="co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Sty" val="noArr"/>
                <dgm:param type="endSty" val="noArr"/>
                <dgm:param type="begPts" val="auto auto tCtr"/>
                <dgm:param type="endPts" val="auto auto bCtr"/>
              </dgm:alg>
            </dgm:if>
            <dgm:else name="Name9">
              <dgm:alg type="conn">
                <dgm:param type="srcNode" val="dummyConnPt"/>
                <dgm:param type="dstNode" val="dummyConnPt"/>
                <dgm:param type="begSty" val="noArr"/>
                <dgm:param type="endSty" val="noArr"/>
                <dgm:param type="begPts" val="auto auto tCtr"/>
                <dgm:param type="endPts" val="auto auto bCt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4T06:23:55"/>
    </inkml:context>
    <inkml:brush xml:id="br0">
      <inkml:brushProperty name="width" value="0.05" units="cm"/>
      <inkml:brushProperty name="height" value="0.05" units="cm"/>
      <inkml:brushProperty name="color" value="#333333"/>
    </inkml:brush>
  </inkml:definitions>
  <inkml:trace contextRef="#ctx0" brushRef="#br0">1.000 0.000 24575,'0.000'0.000'0</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4T06:41:58"/>
    </inkml:context>
    <inkml:brush xml:id="br0">
      <inkml:brushProperty name="width" value="0.05" units="cm"/>
      <inkml:brushProperty name="height" value="0.05" units="cm"/>
      <inkml:brushProperty name="color" value="#e71224"/>
    </inkml:brush>
  </inkml:definitions>
  <inkml:trace contextRef="#ctx0" brushRef="#br0">1.000 0.000 24575,'0.000'0.000'0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B7BDF8-2EB1-0E49-89BC-FD25105993BA}" type="datetimeFigureOut">
              <a:rPr lang="ru-RU" smtClean="0"/>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D6BF5-1F6D-BA47-9558-27655A400E66}" type="slidenum">
              <a:rPr lang="ru-RU" smtClean="0"/>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0000" lnSpcReduction="20000"/>
          </a:bodyPr>
          <a:lstStyle/>
          <a:p>
            <a:r>
              <a:rPr lang="ru-RU" b="1" dirty="0">
                <a:effectLst/>
              </a:rPr>
              <a:t>Блок выборки инструкций</a:t>
            </a:r>
            <a:r>
              <a:rPr lang="ru-RU" dirty="0">
                <a:effectLst/>
              </a:rPr>
              <a:t> осуществляет считывание инструкций по адресу, указанному в счетчике команд. Обычно, за такт он считывает несколько инструкций. Количество считываемых инструкций обусловлено количеством блоков декодирования, так как необходимо на каждом такте работы максимально загрузить блоки декодирования. Для того чтобы блок выборки инструкций работал оптимально, в ядре процессора имеется предсказатель переходов.</a:t>
            </a:r>
            <a:endParaRPr lang="ru-RU" dirty="0">
              <a:effectLst/>
            </a:endParaRPr>
          </a:p>
          <a:p>
            <a:r>
              <a:rPr lang="ru-RU" b="1" dirty="0">
                <a:effectLst/>
              </a:rPr>
              <a:t>Предсказатель переходов</a:t>
            </a:r>
            <a:r>
              <a:rPr lang="ru-RU" dirty="0">
                <a:effectLst/>
              </a:rPr>
              <a:t> пытается определить, какая последовательность команд будет выполняться после совершения перехода. Это необходимо, чтобы после условного перехода максимально нагрузить конвейер ядра процессора.</a:t>
            </a:r>
            <a:endParaRPr lang="ru-RU" dirty="0">
              <a:effectLst/>
            </a:endParaRPr>
          </a:p>
          <a:p>
            <a:r>
              <a:rPr lang="ru-RU" b="1" dirty="0">
                <a:effectLst/>
              </a:rPr>
              <a:t>Блоки декодирования</a:t>
            </a:r>
            <a:r>
              <a:rPr lang="ru-RU" dirty="0">
                <a:effectLst/>
              </a:rPr>
              <a:t>, как понятно из названия, – это блоки, которые занимаются декодированием инструкций, т.е. определяют, что надо сделать процессору, и какие дополнительные данные нужны для выполнения инструкции. Задача эта для большинства современных коммерческих процессоров, построенных на базе концепции </a:t>
            </a:r>
            <a:r>
              <a:rPr lang="en-GB" dirty="0">
                <a:effectLst/>
              </a:rPr>
              <a:t>CISC, – </a:t>
            </a:r>
            <a:r>
              <a:rPr lang="ru-RU" dirty="0">
                <a:effectLst/>
              </a:rPr>
              <a:t>очень сложная. Дело в том, что длина инструкций и количество операндов – нефиксированные, и это сильно усложняет жизнь разработчикам процессоров и делает процесс декодирования нетривиальной задачей. </a:t>
            </a:r>
            <a:endParaRPr lang="ru-RU" dirty="0">
              <a:effectLst/>
            </a:endParaRPr>
          </a:p>
          <a:p>
            <a:r>
              <a:rPr lang="ru-RU" dirty="0">
                <a:effectLst/>
              </a:rPr>
              <a:t>Часто отдельные сложные команды приходится заменять микрокодом – серией простых инструкций, в совокупности выполняющих то же действие, что и одна сложная инструкция. Набор микрокода прошит в ПЗУ, встроенном в процессоре. К тому же микрокод упрощает разработку процессора, так как отпадает надобность в создании сложноустроенных блоков ядра для выполнения отдельных команд, да и исправить микрокод гораздо проще, чем устранить ошибку в функционировании блока.</a:t>
            </a:r>
            <a:endParaRPr lang="ru-RU" dirty="0">
              <a:effectLst/>
            </a:endParaRPr>
          </a:p>
          <a:p>
            <a:r>
              <a:rPr lang="ru-RU" dirty="0">
                <a:effectLst/>
              </a:rPr>
              <a:t>В современных процессорах, обычно, бывает 2-4 блока декодирования инструкций, например, в процессорах </a:t>
            </a:r>
            <a:r>
              <a:rPr lang="en-GB" dirty="0">
                <a:effectLst/>
              </a:rPr>
              <a:t>Intel Core 2 </a:t>
            </a:r>
            <a:r>
              <a:rPr lang="ru-RU" dirty="0">
                <a:effectLst/>
              </a:rPr>
              <a:t>каждое ядро содержит по два таких блока. </a:t>
            </a:r>
            <a:endParaRPr lang="ru-RU" dirty="0">
              <a:effectLst/>
            </a:endParaRPr>
          </a:p>
          <a:p>
            <a:r>
              <a:rPr lang="ru-RU" b="1" dirty="0">
                <a:effectLst/>
              </a:rPr>
              <a:t>Блоки выборки данных</a:t>
            </a:r>
            <a:r>
              <a:rPr lang="ru-RU" dirty="0">
                <a:effectLst/>
              </a:rPr>
              <a:t> осуществляют выборку данных из </a:t>
            </a:r>
            <a:r>
              <a:rPr lang="ru-RU" dirty="0" err="1">
                <a:effectLst/>
              </a:rPr>
              <a:t>КЭШ-памяти</a:t>
            </a:r>
            <a:r>
              <a:rPr lang="ru-RU" dirty="0">
                <a:effectLst/>
              </a:rPr>
              <a:t> или ОЗУ, необходимых для выполнения текущих инструкций. Обычно, каждое процессорное ядро содержит несколько блоков выборки данных. Например, в процессорах </a:t>
            </a:r>
            <a:r>
              <a:rPr lang="en-GB" dirty="0">
                <a:effectLst/>
              </a:rPr>
              <a:t>Intel Core </a:t>
            </a:r>
            <a:r>
              <a:rPr lang="ru-RU" dirty="0">
                <a:effectLst/>
              </a:rPr>
              <a:t>используется по два блока выборки данных для каждого ядра.</a:t>
            </a:r>
            <a:endParaRPr lang="ru-RU" dirty="0">
              <a:effectLst/>
            </a:endParaRPr>
          </a:p>
          <a:p>
            <a:r>
              <a:rPr lang="ru-RU" b="1" dirty="0">
                <a:effectLst/>
              </a:rPr>
              <a:t>Управляющий блок</a:t>
            </a:r>
            <a:r>
              <a:rPr lang="ru-RU" dirty="0">
                <a:effectLst/>
              </a:rPr>
              <a:t> на основании декодированных инструкций управляет работой блоков выполнения инструкций, распределяет нагрузку между ними, обеспечивает своевременное и верное выполнение инструкций. Это один из наиболее важных блоков ядра процессора.</a:t>
            </a:r>
            <a:endParaRPr lang="ru-RU" dirty="0">
              <a:effectLst/>
            </a:endParaRPr>
          </a:p>
          <a:p>
            <a:r>
              <a:rPr lang="ru-RU" b="1" dirty="0">
                <a:effectLst/>
              </a:rPr>
              <a:t>Блоки выполнения инструкций</a:t>
            </a:r>
            <a:r>
              <a:rPr lang="ru-RU" dirty="0">
                <a:effectLst/>
              </a:rPr>
              <a:t> включают в себя несколько разнотипных блоков:</a:t>
            </a:r>
            <a:endParaRPr lang="ru-RU" dirty="0">
              <a:effectLst/>
            </a:endParaRPr>
          </a:p>
          <a:p>
            <a:r>
              <a:rPr lang="en-GB" dirty="0">
                <a:effectLst/>
              </a:rPr>
              <a:t>ALU – </a:t>
            </a:r>
            <a:r>
              <a:rPr lang="ru-RU" dirty="0">
                <a:effectLst/>
              </a:rPr>
              <a:t>арифметическое логическое устройство;</a:t>
            </a:r>
            <a:endParaRPr lang="ru-RU" dirty="0">
              <a:effectLst/>
            </a:endParaRPr>
          </a:p>
          <a:p>
            <a:r>
              <a:rPr lang="en-GB" dirty="0">
                <a:effectLst/>
              </a:rPr>
              <a:t>FPU – </a:t>
            </a:r>
            <a:r>
              <a:rPr lang="ru-RU" dirty="0">
                <a:effectLst/>
              </a:rPr>
              <a:t>устройство по выполнению операций с плавающей точкой;</a:t>
            </a:r>
            <a:endParaRPr lang="ru-RU" dirty="0">
              <a:effectLst/>
            </a:endParaRPr>
          </a:p>
          <a:p>
            <a:r>
              <a:rPr lang="ru-RU" dirty="0">
                <a:effectLst/>
              </a:rPr>
              <a:t>Блоки для обработки расширения наборов инструкций. Дополнительные инструкции используются для ускорения обработки потоков данных, шифрования и дешифрования, кодирования видео и так далее. Для этого в ядро процессора вводят дополнительные регистры и наборы логики. На данный момент наиболее популярными расширениями наборов инструкция являются:</a:t>
            </a:r>
            <a:endParaRPr lang="ru-RU" dirty="0">
              <a:effectLst/>
            </a:endParaRPr>
          </a:p>
          <a:p>
            <a:r>
              <a:rPr lang="en-GB" dirty="0">
                <a:effectLst/>
              </a:rPr>
              <a:t>MMX (Multimedia Extensions) – </a:t>
            </a:r>
            <a:r>
              <a:rPr lang="ru-RU" dirty="0">
                <a:effectLst/>
              </a:rPr>
              <a:t>набор инструкций, разработанный компанией </a:t>
            </a:r>
            <a:r>
              <a:rPr lang="en-GB" dirty="0">
                <a:effectLst/>
              </a:rPr>
              <a:t>Intel, </a:t>
            </a:r>
            <a:r>
              <a:rPr lang="ru-RU" dirty="0">
                <a:effectLst/>
              </a:rPr>
              <a:t>для ускорения кодирования и декодирования потоковых аудио и видео-данных;</a:t>
            </a:r>
            <a:endParaRPr lang="ru-RU" dirty="0">
              <a:effectLst/>
            </a:endParaRPr>
          </a:p>
          <a:p>
            <a:r>
              <a:rPr lang="en-GB" dirty="0">
                <a:effectLst/>
              </a:rPr>
              <a:t>SSE (Streaming SIMD Extensions) – </a:t>
            </a:r>
            <a:r>
              <a:rPr lang="ru-RU" dirty="0">
                <a:effectLst/>
              </a:rPr>
              <a:t>набор инструкций, разработанный компанией </a:t>
            </a:r>
            <a:r>
              <a:rPr lang="en-GB" dirty="0">
                <a:effectLst/>
              </a:rPr>
              <a:t>Intel, </a:t>
            </a:r>
            <a:r>
              <a:rPr lang="ru-RU" dirty="0">
                <a:effectLst/>
              </a:rPr>
              <a:t>для выполнения одной и той же последовательности операций над множеством данных с распараллеливанием вычислительного процесса. Наборы команд постоянно совершенствуются, и на данный момент имеются ревизии: </a:t>
            </a:r>
            <a:r>
              <a:rPr lang="en-GB" dirty="0">
                <a:effectLst/>
              </a:rPr>
              <a:t>SSE, SSE2, SSE3, SSSE3, SSE4;</a:t>
            </a:r>
            <a:endParaRPr lang="en-GB" dirty="0">
              <a:effectLst/>
            </a:endParaRPr>
          </a:p>
          <a:p>
            <a:r>
              <a:rPr lang="en-GB" dirty="0">
                <a:effectLst/>
              </a:rPr>
              <a:t>ATA (Application Targeted Accelerator) – </a:t>
            </a:r>
            <a:r>
              <a:rPr lang="ru-RU" dirty="0">
                <a:effectLst/>
              </a:rPr>
              <a:t>набор инструкций, разработанный компанией </a:t>
            </a:r>
            <a:r>
              <a:rPr lang="en-GB" dirty="0">
                <a:effectLst/>
              </a:rPr>
              <a:t>Intel, </a:t>
            </a:r>
            <a:r>
              <a:rPr lang="ru-RU" dirty="0">
                <a:effectLst/>
              </a:rPr>
              <a:t>для ускорения работы специализированного программного обеспечения и снижения энергопотребления при работе с такими программами. Эти инструкции могут использоваться, например, при расчете контрольных сумм или поиска данных;</a:t>
            </a:r>
            <a:endParaRPr lang="ru-RU" dirty="0">
              <a:effectLst/>
            </a:endParaRPr>
          </a:p>
          <a:p>
            <a:r>
              <a:rPr lang="ru-RU" dirty="0">
                <a:effectLst/>
              </a:rPr>
              <a:t>3</a:t>
            </a:r>
            <a:r>
              <a:rPr lang="en-GB" dirty="0" err="1">
                <a:effectLst/>
              </a:rPr>
              <a:t>DNow</a:t>
            </a:r>
            <a:r>
              <a:rPr lang="en-GB" dirty="0">
                <a:effectLst/>
              </a:rPr>
              <a:t> – </a:t>
            </a:r>
            <a:r>
              <a:rPr lang="ru-RU" dirty="0">
                <a:effectLst/>
              </a:rPr>
              <a:t>набор инструкций, разработанный компанией </a:t>
            </a:r>
            <a:r>
              <a:rPr lang="en-GB" dirty="0">
                <a:effectLst/>
              </a:rPr>
              <a:t>AMD, </a:t>
            </a:r>
            <a:r>
              <a:rPr lang="ru-RU" dirty="0">
                <a:effectLst/>
              </a:rPr>
              <a:t>для расширения возможностей набора инструкций </a:t>
            </a:r>
            <a:r>
              <a:rPr lang="en-GB" dirty="0">
                <a:effectLst/>
              </a:rPr>
              <a:t>MMX;</a:t>
            </a:r>
            <a:endParaRPr lang="en-GB" dirty="0">
              <a:effectLst/>
            </a:endParaRPr>
          </a:p>
          <a:p>
            <a:r>
              <a:rPr lang="en-GB" dirty="0">
                <a:effectLst/>
              </a:rPr>
              <a:t>AES (Advanced Encryption Standard) – </a:t>
            </a:r>
            <a:r>
              <a:rPr lang="ru-RU" dirty="0">
                <a:effectLst/>
              </a:rPr>
              <a:t>набор инструкций, разработанный компанией </a:t>
            </a:r>
            <a:r>
              <a:rPr lang="en-GB" dirty="0">
                <a:effectLst/>
              </a:rPr>
              <a:t>Intel, </a:t>
            </a:r>
            <a:r>
              <a:rPr lang="ru-RU" dirty="0">
                <a:effectLst/>
              </a:rPr>
              <a:t>для ускорения работы приложений, использующих шифрование данных по одноименному алгоритму.</a:t>
            </a:r>
            <a:endParaRPr lang="ru-RU" dirty="0">
              <a:effectLst/>
            </a:endParaRPr>
          </a:p>
          <a:p>
            <a:r>
              <a:rPr lang="ru-RU" b="1" dirty="0">
                <a:effectLst/>
              </a:rPr>
              <a:t>Блок сохранения результатов</a:t>
            </a:r>
            <a:r>
              <a:rPr lang="ru-RU" dirty="0">
                <a:effectLst/>
              </a:rPr>
              <a:t> обеспечивает запись результата выполнения инструкции в ОЗУ по адресу, указанному в обрабатываемой инструкции.</a:t>
            </a:r>
            <a:endParaRPr lang="ru-RU" dirty="0">
              <a:effectLst/>
            </a:endParaRPr>
          </a:p>
          <a:p>
            <a:r>
              <a:rPr lang="ru-RU" b="1" dirty="0">
                <a:effectLst/>
              </a:rPr>
              <a:t>Блок работы с прерываниями.</a:t>
            </a:r>
            <a:r>
              <a:rPr lang="ru-RU" dirty="0">
                <a:effectLst/>
              </a:rPr>
              <a:t> Работа с прерываниями – одна из важнейших задач процессора, позволяющая ему своевременно реагировать на события, прерывать ход работы программы и выполнять требуемые от него действия. Благодаря наличию прерываний, процессор способен к псевдопараллельной работе, т.е. к, так называемой, многозадачности. </a:t>
            </a:r>
            <a:endParaRPr lang="ru-RU" dirty="0">
              <a:effectLst/>
            </a:endParaRPr>
          </a:p>
          <a:p>
            <a:r>
              <a:rPr lang="ru-RU" dirty="0">
                <a:effectLst/>
              </a:rPr>
              <a:t>Обработка прерываний происходит следующим образом. Процессор перед началом каждого цикла работы проверяет наличие запроса на прерывание. Если есть прерывание для обработки, процессор сохраняет в стек адрес инструкции, которую он должен был выполнить, и данные, полученные после выполнения последней инструкции, и переходит к выполнению функции обработки прерывания. </a:t>
            </a:r>
            <a:endParaRPr lang="ru-RU" dirty="0">
              <a:effectLst/>
            </a:endParaRPr>
          </a:p>
          <a:p>
            <a:r>
              <a:rPr lang="ru-RU" dirty="0">
                <a:effectLst/>
              </a:rPr>
              <a:t>После окончания выполнения функции обработки прерывания, из стека считываются сохраненные в него данные, и процессор возобновляет выполнение восстановленной задачи.</a:t>
            </a:r>
            <a:endParaRPr lang="ru-RU" dirty="0">
              <a:effectLst/>
            </a:endParaRPr>
          </a:p>
          <a:p>
            <a:r>
              <a:rPr lang="ru-RU" b="1" dirty="0">
                <a:effectLst/>
              </a:rPr>
              <a:t>Регистры</a:t>
            </a:r>
            <a:r>
              <a:rPr lang="ru-RU" dirty="0">
                <a:effectLst/>
              </a:rPr>
              <a:t> – сверхбыстрая оперативная память (доступ к регистрам в несколько раз быстрее доступа к </a:t>
            </a:r>
            <a:r>
              <a:rPr lang="ru-RU" dirty="0" err="1">
                <a:effectLst/>
              </a:rPr>
              <a:t>КЭШ-памяти</a:t>
            </a:r>
            <a:r>
              <a:rPr lang="ru-RU" dirty="0">
                <a:effectLst/>
              </a:rPr>
              <a:t>) небольшого объема (несколько сотен байт), входящая в состав процессора, для временного хранения промежуточных результатов выполнения инструкций. Регистры процессора делятся на два типа: регистры общего назначения и специальные регистры.</a:t>
            </a:r>
            <a:endParaRPr lang="ru-RU" dirty="0">
              <a:effectLst/>
            </a:endParaRPr>
          </a:p>
          <a:p>
            <a:r>
              <a:rPr lang="ru-RU" dirty="0">
                <a:effectLst/>
              </a:rPr>
              <a:t>Регистры общего назначения используются при выполнении арифметических и логических операций, или специфических операций дополнительных наборов инструкций (</a:t>
            </a:r>
            <a:r>
              <a:rPr lang="en-GB" dirty="0">
                <a:effectLst/>
              </a:rPr>
              <a:t>MMX, SSE </a:t>
            </a:r>
            <a:r>
              <a:rPr lang="ru-RU" dirty="0">
                <a:effectLst/>
              </a:rPr>
              <a:t>и т.д.).</a:t>
            </a:r>
            <a:endParaRPr lang="ru-RU" dirty="0">
              <a:effectLst/>
            </a:endParaRPr>
          </a:p>
          <a:p>
            <a:r>
              <a:rPr lang="ru-RU" dirty="0">
                <a:effectLst/>
              </a:rPr>
              <a:t>Регистры специального назначения содержат системные данные, необходимые для работы процессора. К таким регистрам относятся, например, регистры управления, регистры системных адресов, регистры отладки и т.д. Доступ к этим регистрам жестко регламентирован.</a:t>
            </a:r>
            <a:endParaRPr lang="ru-RU" dirty="0">
              <a:effectLst/>
            </a:endParaRPr>
          </a:p>
          <a:p>
            <a:r>
              <a:rPr lang="ru-RU" b="1" dirty="0">
                <a:effectLst/>
              </a:rPr>
              <a:t>Счетчик команд</a:t>
            </a:r>
            <a:r>
              <a:rPr lang="ru-RU" dirty="0">
                <a:effectLst/>
              </a:rPr>
              <a:t> – регистр, содержащий адрес команды, которую процессор начнет выполнять на следующем такте работы. </a:t>
            </a:r>
            <a:endParaRPr lang="ru-RU" dirty="0">
              <a:effectLst/>
            </a:endParaRPr>
          </a:p>
          <a:p>
            <a:br>
              <a:rPr lang="ru-RU" dirty="0"/>
            </a:br>
            <a:endParaRPr lang="ru-RU" dirty="0"/>
          </a:p>
        </p:txBody>
      </p:sp>
      <p:sp>
        <p:nvSpPr>
          <p:cNvPr id="4" name="Номер слайда 3"/>
          <p:cNvSpPr>
            <a:spLocks noGrp="1"/>
          </p:cNvSpPr>
          <p:nvPr>
            <p:ph type="sldNum" sz="quarter" idx="5"/>
          </p:nvPr>
        </p:nvSpPr>
        <p:spPr/>
        <p:txBody>
          <a:bodyPr/>
          <a:lstStyle/>
          <a:p>
            <a:fld id="{6C7CF0C1-6853-AE42-B5D1-646D718A0767}" type="slidenum">
              <a:rPr lang="ru-RU" smtClean="0"/>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69D6BF5-1F6D-BA47-9558-27655A400E66}" type="slidenum">
              <a:rPr lang="ru-RU" smtClean="0"/>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69D6BF5-1F6D-BA47-9558-27655A400E66}" type="slidenum">
              <a:rPr lang="ru-RU" smtClean="0"/>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dirty="0"/>
              <a:t>Образец заголовка</a:t>
            </a:r>
            <a:endParaRPr lang="ru-RU" dirty="0"/>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ru-RU" dirty="0"/>
          </a:p>
        </p:txBody>
      </p:sp>
      <p:sp>
        <p:nvSpPr>
          <p:cNvPr id="4" name="Дата 3"/>
          <p:cNvSpPr>
            <a:spLocks noGrp="1"/>
          </p:cNvSpPr>
          <p:nvPr>
            <p:ph type="dt" sz="half" idx="10"/>
          </p:nvPr>
        </p:nvSpPr>
        <p:spPr/>
        <p:txBody>
          <a:bodyPr/>
          <a:lstStyle/>
          <a:p>
            <a:fld id="{F0347F81-EB40-4F6A-8A5F-9C407D8FA2EC}" type="datetime1">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Образец заголовка</a:t>
            </a:r>
            <a:endParaRPr lang="ru-RU" dirty="0"/>
          </a:p>
        </p:txBody>
      </p:sp>
      <p:sp>
        <p:nvSpPr>
          <p:cNvPr id="3" name="Объект 2"/>
          <p:cNvSpPr>
            <a:spLocks noGrp="1"/>
          </p:cNvSpPr>
          <p:nvPr>
            <p:ph idx="1"/>
          </p:nvPr>
        </p:nvSpPr>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Дата 3"/>
          <p:cNvSpPr>
            <a:spLocks noGrp="1"/>
          </p:cNvSpPr>
          <p:nvPr>
            <p:ph type="dt" sz="half" idx="10"/>
          </p:nvPr>
        </p:nvSpPr>
        <p:spPr/>
        <p:txBody>
          <a:bodyPr/>
          <a:lstStyle/>
          <a:p>
            <a:fld id="{7BF25B2A-8D9F-4F51-879A-1F6BBDD02105}" type="datetime1">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dirty="0"/>
              <a:t>Образец заголовка</a:t>
            </a:r>
            <a:endParaRPr lang="ru-RU" dirty="0"/>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endParaRPr lang="ru-RU"/>
          </a:p>
        </p:txBody>
      </p:sp>
      <p:sp>
        <p:nvSpPr>
          <p:cNvPr id="4" name="Дата 3"/>
          <p:cNvSpPr>
            <a:spLocks noGrp="1"/>
          </p:cNvSpPr>
          <p:nvPr>
            <p:ph type="dt" sz="half" idx="10"/>
          </p:nvPr>
        </p:nvSpPr>
        <p:spPr/>
        <p:txBody>
          <a:bodyPr/>
          <a:lstStyle/>
          <a:p>
            <a:fld id="{DF9288EA-6B32-4A72-A23D-48D6402A4DC9}" type="datetime1">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5" name="Дата 4"/>
          <p:cNvSpPr>
            <a:spLocks noGrp="1"/>
          </p:cNvSpPr>
          <p:nvPr>
            <p:ph type="dt" sz="half" idx="10"/>
          </p:nvPr>
        </p:nvSpPr>
        <p:spPr/>
        <p:txBody>
          <a:bodyPr/>
          <a:lstStyle/>
          <a:p>
            <a:fld id="{690CE1EB-7B01-4501-87D3-74D7F992E8AB}" type="datetime1">
              <a:rPr lang="ru-RU" smtClean="0"/>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endParaRPr lang="ru-RU"/>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endParaRPr lang="ru-RU"/>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7" name="Дата 6"/>
          <p:cNvSpPr>
            <a:spLocks noGrp="1"/>
          </p:cNvSpPr>
          <p:nvPr>
            <p:ph type="dt" sz="half" idx="10"/>
          </p:nvPr>
        </p:nvSpPr>
        <p:spPr/>
        <p:txBody>
          <a:bodyPr/>
          <a:lstStyle/>
          <a:p>
            <a:fld id="{17DE0444-2F6A-4772-8B75-7CFCC4A2023F}" type="datetime1">
              <a:rPr lang="ru-RU" smtClean="0"/>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ru-RU"/>
          </a:p>
        </p:txBody>
      </p:sp>
      <p:sp>
        <p:nvSpPr>
          <p:cNvPr id="3" name="Дата 2"/>
          <p:cNvSpPr>
            <a:spLocks noGrp="1"/>
          </p:cNvSpPr>
          <p:nvPr>
            <p:ph type="dt" sz="half" idx="10"/>
          </p:nvPr>
        </p:nvSpPr>
        <p:spPr/>
        <p:txBody>
          <a:bodyPr/>
          <a:lstStyle/>
          <a:p>
            <a:fld id="{DC7497A3-D134-4B21-A8AE-0A47DE2B02AB}" type="datetime1">
              <a:rPr lang="ru-RU" smtClean="0"/>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81468A0-DB75-4A2F-9DC8-F68670BBF3D7}" type="datetime1">
              <a:rPr lang="ru-RU" smtClean="0"/>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endParaRPr lang="ru-RU"/>
          </a:p>
        </p:txBody>
      </p:sp>
      <p:sp>
        <p:nvSpPr>
          <p:cNvPr id="5" name="Дата 4"/>
          <p:cNvSpPr>
            <a:spLocks noGrp="1"/>
          </p:cNvSpPr>
          <p:nvPr>
            <p:ph type="dt" sz="half" idx="10"/>
          </p:nvPr>
        </p:nvSpPr>
        <p:spPr/>
        <p:txBody>
          <a:bodyPr/>
          <a:lstStyle/>
          <a:p>
            <a:fld id="{590EE6C7-FFB5-44DB-975F-3613851C834E}" type="datetime1">
              <a:rPr lang="ru-RU" smtClean="0"/>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endParaRPr lang="ru-RU"/>
          </a:p>
        </p:txBody>
      </p:sp>
      <p:sp>
        <p:nvSpPr>
          <p:cNvPr id="5" name="Дата 4"/>
          <p:cNvSpPr>
            <a:spLocks noGrp="1"/>
          </p:cNvSpPr>
          <p:nvPr>
            <p:ph type="dt" sz="half" idx="10"/>
          </p:nvPr>
        </p:nvSpPr>
        <p:spPr/>
        <p:txBody>
          <a:bodyPr/>
          <a:lstStyle/>
          <a:p>
            <a:fld id="{F1ED3E73-3EDD-41C1-9BA4-E848121C5E12}" type="datetime1">
              <a:rPr lang="ru-RU" smtClean="0"/>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Дата 3"/>
          <p:cNvSpPr>
            <a:spLocks noGrp="1"/>
          </p:cNvSpPr>
          <p:nvPr>
            <p:ph type="dt" sz="half" idx="10"/>
          </p:nvPr>
        </p:nvSpPr>
        <p:spPr/>
        <p:txBody>
          <a:bodyPr/>
          <a:lstStyle/>
          <a:p>
            <a:fld id="{F3A0A06E-02D2-4E52-BC44-21765D2012F1}" type="datetime1">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Дата 3"/>
          <p:cNvSpPr>
            <a:spLocks noGrp="1"/>
          </p:cNvSpPr>
          <p:nvPr>
            <p:ph type="dt" sz="half" idx="10"/>
          </p:nvPr>
        </p:nvSpPr>
        <p:spPr/>
        <p:txBody>
          <a:bodyPr/>
          <a:lstStyle/>
          <a:p>
            <a:fld id="{9053AC68-648D-4C62-9D6E-ED1C1AEBF269}" type="datetime1">
              <a:rPr lang="ru-RU" smtClean="0"/>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D5CC83-A1F2-4B44-923B-B065AB0A8B16}" type="datetime1">
              <a:rPr lang="ru-RU" smtClean="0"/>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DD235-2C9F-4904-9851-50EAB06F8B3D}" type="slidenum">
              <a:rPr lang="ru-RU" smtClean="0"/>
            </a:fld>
            <a:endParaRPr lang="ru-RU"/>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microsoft.com/office/2007/relationships/hdphoto" Target="../media/image11.wdp"/><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6.wdp"/><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hemeOverride" Target="../theme/themeOverride2.xml"/><Relationship Id="rId2" Type="http://schemas.microsoft.com/office/2007/relationships/hdphoto" Target="../media/image18.wdp"/><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3.wdp"/><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4.xml.rels><?xml version="1.0" encoding="UTF-8" standalone="yes"?>
<Relationships xmlns="http://schemas.openxmlformats.org/package/2006/relationships"><Relationship Id="rId9" Type="http://schemas.openxmlformats.org/officeDocument/2006/relationships/diagramColors" Target="../diagrams/colors3.xml"/><Relationship Id="rId8" Type="http://schemas.openxmlformats.org/officeDocument/2006/relationships/diagramQuickStyle" Target="../diagrams/quickStyle3.xml"/><Relationship Id="rId7" Type="http://schemas.openxmlformats.org/officeDocument/2006/relationships/diagramLayout" Target="../diagrams/layout3.xml"/><Relationship Id="rId6" Type="http://schemas.openxmlformats.org/officeDocument/2006/relationships/diagramData" Target="../diagrams/data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1" Type="http://schemas.openxmlformats.org/officeDocument/2006/relationships/slideLayout" Target="../slideLayouts/slideLayout2.xml"/><Relationship Id="rId10" Type="http://schemas.microsoft.com/office/2007/relationships/diagramDrawing" Target="../diagrams/drawing3.xml"/><Relationship Id="rId1" Type="http://schemas.openxmlformats.org/officeDocument/2006/relationships/diagramData" Target="../diagrams/data2.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customXml" Target="../ink/ink1.xml"/><Relationship Id="rId2" Type="http://schemas.openxmlformats.org/officeDocument/2006/relationships/image" Target="../media/image26.png"/><Relationship Id="rId1" Type="http://schemas.openxmlformats.org/officeDocument/2006/relationships/hyperlink" Target="https://en.wikipedia.org/wiki/Intel_8259" TargetMode="Externa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intel.com/content/dam/doc/specification-update/64-architecture-x2apic-specification.pdf" TargetMode="Externa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35.wdp"/><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customXml" Target="../ink/ink2.xml"/><Relationship Id="rId2" Type="http://schemas.microsoft.com/office/2007/relationships/hdphoto" Target="../media/image37.wdp"/><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40.wdp"/><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Аппаратная поддержка ОС</a:t>
            </a:r>
            <a:endParaRPr lang="ru-RU" dirty="0"/>
          </a:p>
        </p:txBody>
      </p:sp>
      <p:sp>
        <p:nvSpPr>
          <p:cNvPr id="7" name="Текст 6"/>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Электронная система </a:t>
            </a:r>
            <a:endPar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pic>
        <p:nvPicPr>
          <p:cNvPr id="8" name="Объект 7"/>
          <p:cNvPicPr>
            <a:picLocks noGrp="1" noChangeAspect="1"/>
          </p:cNvPicPr>
          <p:nvPr>
            <p:ph idx="1"/>
          </p:nvPr>
        </p:nvPicPr>
        <p:blipFill>
          <a:blip r:embed="rId1">
            <a:duotone>
              <a:schemeClr val="accent2">
                <a:shade val="45000"/>
                <a:satMod val="135000"/>
              </a:schemeClr>
              <a:prstClr val="white"/>
            </a:duotone>
          </a:blip>
          <a:stretch>
            <a:fillRect/>
          </a:stretch>
        </p:blipFill>
        <p:spPr>
          <a:xfrm>
            <a:off x="838200" y="2068286"/>
            <a:ext cx="7624715" cy="3492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4294967295"/>
          </p:nvPr>
        </p:nvSpPr>
        <p:spPr>
          <a:xfrm>
            <a:off x="1992923" y="388816"/>
            <a:ext cx="8229600" cy="6293339"/>
          </a:xfrm>
        </p:spPr>
        <p:txBody>
          <a:bodyPr>
            <a:noAutofit/>
          </a:bodyPr>
          <a:lstStyle/>
          <a:p>
            <a:pPr lvl="0">
              <a:buClr>
                <a:srgbClr val="FF0000"/>
              </a:buClr>
              <a:buSzPct val="200000"/>
              <a:buFont typeface="Wingdings" panose="05000000000000000000" pitchFamily="2" charset="2"/>
              <a:buChar char="ü"/>
            </a:pPr>
            <a:r>
              <a:rPr lang="ru-RU" sz="1800" b="1" i="1" dirty="0">
                <a:solidFill>
                  <a:schemeClr val="tx2"/>
                </a:solidFill>
              </a:rPr>
              <a:t>Электронная система</a:t>
            </a:r>
            <a:r>
              <a:rPr lang="ru-RU" sz="1800" dirty="0"/>
              <a:t> — в данном случае это любой электронный узел, блок, прибор или комплекс, производящий обработку информации. </a:t>
            </a:r>
            <a:endParaRPr lang="ru-RU" sz="1800" dirty="0"/>
          </a:p>
          <a:p>
            <a:pPr lvl="0">
              <a:buClr>
                <a:srgbClr val="FF0000"/>
              </a:buClr>
              <a:buSzPct val="200000"/>
              <a:buFont typeface="Wingdings" panose="05000000000000000000" pitchFamily="2" charset="2"/>
              <a:buChar char="ü"/>
            </a:pPr>
            <a:endParaRPr lang="ru-RU" sz="1800" dirty="0"/>
          </a:p>
          <a:p>
            <a:pPr lvl="0">
              <a:buClr>
                <a:srgbClr val="FF0000"/>
              </a:buClr>
              <a:buSzPct val="200000"/>
              <a:buFont typeface="Wingdings" panose="05000000000000000000" pitchFamily="2" charset="2"/>
              <a:buChar char="ü"/>
            </a:pPr>
            <a:r>
              <a:rPr lang="ru-RU" sz="1800" b="1" i="1" dirty="0">
                <a:solidFill>
                  <a:srgbClr val="1F497D"/>
                </a:solidFill>
              </a:rPr>
              <a:t>Задача</a:t>
            </a:r>
            <a:r>
              <a:rPr lang="ru-RU" sz="1800" b="1" i="1" dirty="0"/>
              <a:t> </a:t>
            </a:r>
            <a:r>
              <a:rPr lang="ru-RU" sz="1800" dirty="0"/>
              <a:t>— это набор функций, выполнение которых требуется от электронной системы. </a:t>
            </a:r>
            <a:endParaRPr lang="ru-RU" sz="1800" dirty="0"/>
          </a:p>
          <a:p>
            <a:pPr lvl="0">
              <a:buClr>
                <a:srgbClr val="FF0000"/>
              </a:buClr>
              <a:buSzPct val="200000"/>
              <a:buFont typeface="Wingdings" panose="05000000000000000000" pitchFamily="2" charset="2"/>
              <a:buChar char="ü"/>
            </a:pPr>
            <a:endParaRPr lang="ru-RU" sz="1800" dirty="0"/>
          </a:p>
          <a:p>
            <a:pPr lvl="0">
              <a:buClr>
                <a:srgbClr val="FF0000"/>
              </a:buClr>
              <a:buSzPct val="200000"/>
              <a:buFont typeface="Wingdings" panose="05000000000000000000" pitchFamily="2" charset="2"/>
              <a:buChar char="ü"/>
            </a:pPr>
            <a:r>
              <a:rPr lang="ru-RU" sz="1800" b="1" i="1" dirty="0">
                <a:solidFill>
                  <a:srgbClr val="1F497D"/>
                </a:solidFill>
              </a:rPr>
              <a:t>Быстродействие</a:t>
            </a:r>
            <a:r>
              <a:rPr lang="ru-RU" sz="1800" dirty="0"/>
              <a:t> — это показатель скорости выполнения электронной системой ее функций. </a:t>
            </a:r>
            <a:endParaRPr lang="ru-RU" sz="1800" dirty="0"/>
          </a:p>
          <a:p>
            <a:pPr lvl="0">
              <a:buClr>
                <a:srgbClr val="FF0000"/>
              </a:buClr>
              <a:buSzPct val="200000"/>
              <a:buFont typeface="Wingdings" panose="05000000000000000000" pitchFamily="2" charset="2"/>
              <a:buChar char="ü"/>
            </a:pPr>
            <a:endParaRPr lang="ru-RU" sz="1800" dirty="0"/>
          </a:p>
          <a:p>
            <a:pPr lvl="0">
              <a:buClr>
                <a:srgbClr val="FF0000"/>
              </a:buClr>
              <a:buSzPct val="200000"/>
              <a:buFont typeface="Wingdings" panose="05000000000000000000" pitchFamily="2" charset="2"/>
              <a:buChar char="ü"/>
            </a:pPr>
            <a:r>
              <a:rPr lang="ru-RU" sz="1800" b="1" i="1" dirty="0">
                <a:solidFill>
                  <a:srgbClr val="1F497D"/>
                </a:solidFill>
              </a:rPr>
              <a:t>Гибкость</a:t>
            </a:r>
            <a:r>
              <a:rPr lang="ru-RU" sz="1800" dirty="0">
                <a:solidFill>
                  <a:srgbClr val="1F497D"/>
                </a:solidFill>
              </a:rPr>
              <a:t> </a:t>
            </a:r>
            <a:r>
              <a:rPr lang="ru-RU" sz="1800" dirty="0"/>
              <a:t>— это способность системы подстраиваться под различные задачи.</a:t>
            </a:r>
            <a:endParaRPr lang="ru-RU" sz="1800" dirty="0"/>
          </a:p>
          <a:p>
            <a:pPr lvl="0">
              <a:buClr>
                <a:srgbClr val="FF0000"/>
              </a:buClr>
              <a:buSzPct val="200000"/>
              <a:buFont typeface="Wingdings" panose="05000000000000000000" pitchFamily="2" charset="2"/>
              <a:buChar char="ü"/>
            </a:pPr>
            <a:endParaRPr lang="ru-RU" sz="1800" b="1" i="1" dirty="0">
              <a:solidFill>
                <a:srgbClr val="1F497D"/>
              </a:solidFill>
            </a:endParaRPr>
          </a:p>
          <a:p>
            <a:pPr lvl="0">
              <a:buClr>
                <a:srgbClr val="FF0000"/>
              </a:buClr>
              <a:buSzPct val="200000"/>
              <a:buFont typeface="Wingdings" panose="05000000000000000000" pitchFamily="2" charset="2"/>
              <a:buChar char="ü"/>
            </a:pPr>
            <a:r>
              <a:rPr lang="ru-RU" sz="1800" b="1" i="1" dirty="0">
                <a:solidFill>
                  <a:srgbClr val="1F497D"/>
                </a:solidFill>
              </a:rPr>
              <a:t>Избыточность</a:t>
            </a:r>
            <a:r>
              <a:rPr lang="ru-RU" sz="1800" dirty="0"/>
              <a:t> — это показатель степени соответствия возможностей системы решаемой данной системой задаче. </a:t>
            </a:r>
            <a:endParaRPr lang="ru-RU" sz="1800" dirty="0"/>
          </a:p>
          <a:p>
            <a:pPr lvl="0">
              <a:buClr>
                <a:srgbClr val="FF0000"/>
              </a:buClr>
              <a:buSzPct val="200000"/>
              <a:buFont typeface="Wingdings" panose="05000000000000000000" pitchFamily="2" charset="2"/>
              <a:buChar char="ü"/>
            </a:pPr>
            <a:endParaRPr lang="ru-RU" sz="1800" dirty="0"/>
          </a:p>
          <a:p>
            <a:pPr lvl="0">
              <a:buClr>
                <a:srgbClr val="FF0000"/>
              </a:buClr>
              <a:buSzPct val="200000"/>
              <a:buFont typeface="Wingdings" panose="05000000000000000000" pitchFamily="2" charset="2"/>
              <a:buChar char="ü"/>
            </a:pPr>
            <a:r>
              <a:rPr lang="ru-RU" sz="1800" b="1" i="1" dirty="0">
                <a:solidFill>
                  <a:srgbClr val="1F497D"/>
                </a:solidFill>
              </a:rPr>
              <a:t>Интерфейс</a:t>
            </a:r>
            <a:r>
              <a:rPr lang="ru-RU" sz="1800" dirty="0"/>
              <a:t> — соглашение об обмене информацией, правила обмена информацией, подразумевающие электрическую, логическую и конструктивную совместимость устройств, участвующих в обмене. Другое название — </a:t>
            </a:r>
            <a:r>
              <a:rPr lang="ru-RU" sz="1800" b="1" dirty="0"/>
              <a:t>сопряжение</a:t>
            </a:r>
            <a:r>
              <a:rPr lang="ru-RU" sz="1800" dirty="0"/>
              <a:t>.</a:t>
            </a:r>
            <a:endParaRPr lang="ru-RU" sz="1800" dirty="0"/>
          </a:p>
          <a:p>
            <a:endParaRPr lang="ru-RU"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838200" y="500062"/>
            <a:ext cx="10515600" cy="1325563"/>
          </a:xfrm>
        </p:spPr>
        <p:txBody>
          <a:bodyPr>
            <a:normAutofit/>
          </a:bodyPr>
          <a:lstStyle/>
          <a:p>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Система на «жесткой логике» </a:t>
            </a:r>
            <a:endPar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sp>
        <p:nvSpPr>
          <p:cNvPr id="3" name="Содержимое 2"/>
          <p:cNvSpPr>
            <a:spLocks noGrp="1"/>
          </p:cNvSpPr>
          <p:nvPr>
            <p:ph idx="1"/>
          </p:nvPr>
        </p:nvSpPr>
        <p:spPr/>
        <p:txBody>
          <a:bodyPr>
            <a:normAutofit/>
          </a:bodyPr>
          <a:lstStyle/>
          <a:p>
            <a:pPr>
              <a:buClr>
                <a:srgbClr val="FF0000"/>
              </a:buClr>
              <a:buSzPct val="200000"/>
              <a:buFont typeface="Wingdings" panose="05000000000000000000" pitchFamily="2" charset="2"/>
              <a:buChar char="ü"/>
            </a:pPr>
            <a:r>
              <a:rPr lang="ru-RU" sz="2000" dirty="0"/>
              <a:t>обязательно представляет собой специализированную систему, настроенную на решение исключительно  одной задачи или (реже) на несколько близких, заранее известных задач. </a:t>
            </a:r>
            <a:endParaRPr lang="ru-RU" sz="2000" dirty="0"/>
          </a:p>
          <a:p>
            <a:pPr marL="0" indent="0">
              <a:buClr>
                <a:srgbClr val="FF0000"/>
              </a:buClr>
              <a:buSzPct val="200000"/>
              <a:buNone/>
            </a:pPr>
            <a:r>
              <a:rPr lang="ru-RU" sz="2000" dirty="0">
                <a:solidFill>
                  <a:srgbClr val="0070C0"/>
                </a:solidFill>
              </a:rPr>
              <a:t>Достоинства:</a:t>
            </a:r>
            <a:endParaRPr lang="ru-RU" sz="2000" dirty="0">
              <a:solidFill>
                <a:srgbClr val="0070C0"/>
              </a:solidFill>
            </a:endParaRPr>
          </a:p>
          <a:p>
            <a:pPr marL="0" indent="0">
              <a:buClr>
                <a:srgbClr val="FF0000"/>
              </a:buClr>
              <a:buSzPct val="200000"/>
              <a:buNone/>
            </a:pPr>
            <a:endParaRPr lang="ru-RU" sz="2000" dirty="0">
              <a:solidFill>
                <a:srgbClr val="1F497D"/>
              </a:solidFill>
            </a:endParaRPr>
          </a:p>
          <a:p>
            <a:pPr>
              <a:buClr>
                <a:srgbClr val="FF0000"/>
              </a:buClr>
              <a:buSzPct val="200000"/>
              <a:buFont typeface="Wingdings" panose="05000000000000000000" pitchFamily="2" charset="2"/>
              <a:buChar char="ü"/>
            </a:pPr>
            <a:r>
              <a:rPr lang="ru-RU" sz="2000" dirty="0"/>
              <a:t>специализированная система (в отличие от универсальной) никогда не имеет аппаратурной избыточности;</a:t>
            </a:r>
            <a:endParaRPr lang="ru-RU" sz="2000" dirty="0"/>
          </a:p>
          <a:p>
            <a:pPr>
              <a:buClr>
                <a:srgbClr val="FF0000"/>
              </a:buClr>
              <a:buSzPct val="200000"/>
              <a:buFont typeface="Wingdings" panose="05000000000000000000" pitchFamily="2" charset="2"/>
              <a:buChar char="ü"/>
            </a:pPr>
            <a:r>
              <a:rPr lang="ru-RU" sz="2000" dirty="0"/>
              <a:t>максимально высокое быстродействие;</a:t>
            </a:r>
            <a:endParaRPr lang="ru-RU" sz="2000" dirty="0"/>
          </a:p>
          <a:p>
            <a:pPr marL="0" indent="0">
              <a:buClr>
                <a:srgbClr val="FF0000"/>
              </a:buClr>
              <a:buSzPct val="200000"/>
              <a:buNone/>
            </a:pPr>
            <a:r>
              <a:rPr lang="ru-RU" sz="2000" dirty="0">
                <a:solidFill>
                  <a:srgbClr val="0070C0"/>
                </a:solidFill>
              </a:rPr>
              <a:t>Недостаток:</a:t>
            </a:r>
            <a:endParaRPr lang="ru-RU" sz="2000" dirty="0">
              <a:solidFill>
                <a:srgbClr val="0070C0"/>
              </a:solidFill>
            </a:endParaRPr>
          </a:p>
          <a:p>
            <a:pPr marL="0" indent="0">
              <a:buClr>
                <a:srgbClr val="FF0000"/>
              </a:buClr>
              <a:buSzPct val="200000"/>
              <a:buNone/>
            </a:pPr>
            <a:r>
              <a:rPr lang="ru-RU" sz="2000" dirty="0"/>
              <a:t>Для каждой новой задачи ее надо проектировать и изготавливать заново. </a:t>
            </a:r>
            <a:endParaRPr lang="ru-RU" sz="2000" dirty="0">
              <a:solidFill>
                <a:srgbClr val="1F497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p:txBody>
          <a:bodyPr/>
          <a:lstStyle/>
          <a:p>
            <a:endParaRPr lang="ru-RU"/>
          </a:p>
        </p:txBody>
      </p:sp>
      <p:graphicFrame>
        <p:nvGraphicFramePr>
          <p:cNvPr id="6" name="Объект 5"/>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Программируемая (универсальная) электронная система</a:t>
            </a:r>
            <a:endPar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sp>
        <p:nvSpPr>
          <p:cNvPr id="5" name="Прямоугольник 4"/>
          <p:cNvSpPr/>
          <p:nvPr/>
        </p:nvSpPr>
        <p:spPr>
          <a:xfrm>
            <a:off x="990600" y="5798716"/>
            <a:ext cx="8229592" cy="923330"/>
          </a:xfrm>
          <a:prstGeom prst="rect">
            <a:avLst/>
          </a:prstGeom>
        </p:spPr>
        <p:txBody>
          <a:bodyPr wrap="square">
            <a:spAutoFit/>
          </a:bodyPr>
          <a:lstStyle/>
          <a:p>
            <a:pPr marL="285750" indent="-285750">
              <a:buFont typeface="Arial" panose="020B0604020202020204"/>
              <a:buChar char="•"/>
            </a:pPr>
            <a:r>
              <a:rPr lang="ru-RU" dirty="0"/>
              <a:t>Любая универсальность обязательно приводит к избыточности. </a:t>
            </a:r>
            <a:endParaRPr lang="ru-RU" dirty="0"/>
          </a:p>
          <a:p>
            <a:pPr marL="285750" indent="-285750">
              <a:buFont typeface="Arial" panose="020B0604020202020204"/>
              <a:buChar char="•"/>
            </a:pPr>
            <a:r>
              <a:rPr lang="ru-RU" dirty="0"/>
              <a:t>Универсальность, как правило, приводит к существенному снижению быстродействия. </a:t>
            </a:r>
            <a:endParaRPr lang="ru-RU" dirty="0"/>
          </a:p>
        </p:txBody>
      </p:sp>
      <p:pic>
        <p:nvPicPr>
          <p:cNvPr id="7" name="Объект 6"/>
          <p:cNvPicPr>
            <a:picLocks noGrp="1" noChangeAspect="1"/>
          </p:cNvPicPr>
          <p:nvPr>
            <p:ph idx="1"/>
          </p:nvPr>
        </p:nvPicPr>
        <p:blipFill>
          <a:blip r:embed="rId1">
            <a:duotone>
              <a:schemeClr val="accent2">
                <a:shade val="45000"/>
                <a:satMod val="135000"/>
              </a:schemeClr>
              <a:prstClr val="white"/>
            </a:duotone>
          </a:blip>
          <a:stretch>
            <a:fillRect/>
          </a:stretch>
        </p:blipFill>
        <p:spPr>
          <a:xfrm>
            <a:off x="990600" y="2121174"/>
            <a:ext cx="6456738" cy="29511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Микропроцессоры</a:t>
            </a:r>
            <a:r>
              <a:rPr lang="ru-RU" dirty="0">
                <a:solidFill>
                  <a:schemeClr val="accent2">
                    <a:lumMod val="60000"/>
                    <a:lumOff val="40000"/>
                  </a:schemeClr>
                </a:solidFill>
              </a:rPr>
              <a:t> </a:t>
            </a:r>
            <a:endParaRPr lang="ru-RU" dirty="0">
              <a:solidFill>
                <a:schemeClr val="accent2">
                  <a:lumMod val="60000"/>
                  <a:lumOff val="40000"/>
                </a:schemeClr>
              </a:solidFill>
            </a:endParaRPr>
          </a:p>
        </p:txBody>
      </p:sp>
      <p:sp>
        <p:nvSpPr>
          <p:cNvPr id="3" name="Содержимое 2"/>
          <p:cNvSpPr>
            <a:spLocks noGrp="1"/>
          </p:cNvSpPr>
          <p:nvPr>
            <p:ph idx="1"/>
          </p:nvPr>
        </p:nvSpPr>
        <p:spPr>
          <a:xfrm>
            <a:off x="7366000" y="2506662"/>
            <a:ext cx="4584700" cy="4351338"/>
          </a:xfrm>
        </p:spPr>
        <p:txBody>
          <a:bodyPr>
            <a:normAutofit/>
          </a:bodyPr>
          <a:lstStyle/>
          <a:p>
            <a:endParaRPr lang="ru-RU" sz="1800" dirty="0"/>
          </a:p>
          <a:p>
            <a:pPr marL="0" indent="0">
              <a:buNone/>
            </a:pPr>
            <a:endParaRPr lang="ru-RU" sz="1800" dirty="0"/>
          </a:p>
          <a:p>
            <a:endParaRPr lang="ru-RU" sz="1800" dirty="0"/>
          </a:p>
          <a:p>
            <a:endParaRPr lang="ru-RU" sz="1800" dirty="0"/>
          </a:p>
          <a:p>
            <a:pPr marL="0" indent="0">
              <a:buNone/>
            </a:pPr>
            <a:r>
              <a:rPr lang="ru-RU" sz="1800" i="1" dirty="0"/>
              <a:t>Программа представляет собой набор </a:t>
            </a:r>
            <a:r>
              <a:rPr lang="ru-RU" sz="1800" b="1" i="1" dirty="0"/>
              <a:t>команд (инструкций)</a:t>
            </a:r>
            <a:r>
              <a:rPr lang="ru-RU" sz="1800" i="1" dirty="0"/>
              <a:t>.</a:t>
            </a:r>
            <a:endParaRPr lang="ru-RU" sz="1800" i="1" dirty="0"/>
          </a:p>
          <a:p>
            <a:endParaRPr lang="ru-RU" sz="1800" dirty="0"/>
          </a:p>
          <a:p>
            <a:pPr marL="0" indent="0">
              <a:buNone/>
            </a:pPr>
            <a:r>
              <a:rPr lang="ru-RU" sz="1800" i="1" dirty="0"/>
              <a:t>Все команды, выполняемые процессором, образуют </a:t>
            </a:r>
            <a:r>
              <a:rPr lang="ru-RU" sz="1800" b="1" i="1" dirty="0"/>
              <a:t>систему команд</a:t>
            </a:r>
            <a:r>
              <a:rPr lang="ru-RU" sz="1800" i="1" dirty="0"/>
              <a:t> процессора. Структура и объем системы команд процессора определяют его быстродействие, гибкость, удобство использования. </a:t>
            </a:r>
            <a:endParaRPr lang="ru-RU" sz="1800" i="1" dirty="0"/>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solidFill>
                <a:srgbClr val="1F497D"/>
              </a:solidFill>
            </a:endParaRPr>
          </a:p>
          <a:p>
            <a:pPr marL="0" indent="0">
              <a:buNone/>
            </a:pPr>
            <a:endParaRPr lang="ru-RU" sz="1800" dirty="0"/>
          </a:p>
        </p:txBody>
      </p:sp>
      <p:pic>
        <p:nvPicPr>
          <p:cNvPr id="7" name="Рисунок 6"/>
          <p:cNvPicPr>
            <a:picLocks noChangeAspect="1"/>
          </p:cNvPicPr>
          <p:nvPr/>
        </p:nvPicPr>
        <p:blipFill>
          <a:blip r:embed="rId1">
            <a:duotone>
              <a:schemeClr val="accent2">
                <a:shade val="45000"/>
                <a:satMod val="135000"/>
              </a:schemeClr>
              <a:prstClr val="white"/>
            </a:duotone>
          </a:blip>
          <a:stretch>
            <a:fillRect/>
          </a:stretch>
        </p:blipFill>
        <p:spPr>
          <a:xfrm>
            <a:off x="948564" y="1690688"/>
            <a:ext cx="6046572" cy="2913062"/>
          </a:xfrm>
          <a:prstGeom prst="rect">
            <a:avLst/>
          </a:prstGeom>
        </p:spPr>
      </p:pic>
      <p:grpSp>
        <p:nvGrpSpPr>
          <p:cNvPr id="8" name="Группа 7"/>
          <p:cNvGrpSpPr/>
          <p:nvPr/>
        </p:nvGrpSpPr>
        <p:grpSpPr>
          <a:xfrm>
            <a:off x="7479018" y="884916"/>
            <a:ext cx="4358664" cy="2772537"/>
            <a:chOff x="9242" y="1346949"/>
            <a:chExt cx="2762398" cy="1657439"/>
          </a:xfrm>
          <a:solidFill>
            <a:schemeClr val="tx1"/>
          </a:solidFill>
        </p:grpSpPr>
        <p:sp>
          <p:nvSpPr>
            <p:cNvPr id="9" name="Скругленный прямоугольник 8"/>
            <p:cNvSpPr/>
            <p:nvPr/>
          </p:nvSpPr>
          <p:spPr>
            <a:xfrm>
              <a:off x="9242" y="1346949"/>
              <a:ext cx="2762398" cy="16574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ru-RU"/>
            </a:p>
          </p:txBody>
        </p:sp>
        <p:sp>
          <p:nvSpPr>
            <p:cNvPr id="10" name="Скругленный прямоугольник 4"/>
            <p:cNvSpPr txBox="1"/>
            <p:nvPr/>
          </p:nvSpPr>
          <p:spPr>
            <a:xfrm>
              <a:off x="57787" y="1395494"/>
              <a:ext cx="2665308" cy="156034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endParaRPr lang="ru-RU" sz="2600" kern="1200" dirty="0"/>
            </a:p>
          </p:txBody>
        </p:sp>
      </p:grpSp>
      <p:sp>
        <p:nvSpPr>
          <p:cNvPr id="6" name="Прямоугольник 5"/>
          <p:cNvSpPr/>
          <p:nvPr/>
        </p:nvSpPr>
        <p:spPr>
          <a:xfrm>
            <a:off x="7669698" y="1070855"/>
            <a:ext cx="3926043" cy="2400657"/>
          </a:xfrm>
          <a:prstGeom prst="rect">
            <a:avLst/>
          </a:prstGeom>
        </p:spPr>
        <p:txBody>
          <a:bodyPr wrap="square">
            <a:spAutoFit/>
          </a:bodyPr>
          <a:lstStyle/>
          <a:p>
            <a:r>
              <a:rPr lang="ru-RU" sz="2400" dirty="0">
                <a:solidFill>
                  <a:schemeClr val="accent2"/>
                </a:solidFill>
              </a:rPr>
              <a:t>Микропроцессором </a:t>
            </a:r>
            <a:r>
              <a:rPr lang="ru-RU" dirty="0">
                <a:solidFill>
                  <a:schemeClr val="bg1"/>
                </a:solidFill>
              </a:rPr>
              <a:t>называется построенное на одной или нескольких больших интегральных схемах программно-управляемого устройство, осуществляющее процесс обработки информации и управление им.</a:t>
            </a:r>
            <a:endParaRPr lang="ru-RU"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Современные многоуровневые машины</a:t>
            </a:r>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5" name="Объект 7"/>
          <p:cNvPicPr>
            <a:picLocks noGrp="1" noChangeAspect="1"/>
          </p:cNvPicPr>
          <p:nvPr>
            <p:ph idx="1"/>
          </p:nvPr>
        </p:nvPicPr>
        <p:blipFill rotWithShape="1">
          <a:blip r:embed="rId1">
            <a:duotone>
              <a:schemeClr val="accent2">
                <a:shade val="45000"/>
                <a:satMod val="135000"/>
              </a:schemeClr>
              <a:prstClr val="white"/>
            </a:duotone>
          </a:blip>
          <a:stretch>
            <a:fillRect/>
          </a:stretch>
        </p:blipFill>
        <p:spPr>
          <a:xfrm>
            <a:off x="755521" y="1825625"/>
            <a:ext cx="5340479" cy="5032375"/>
          </a:xfrm>
          <a:prstGeom prst="rect">
            <a:avLst/>
          </a:prstGeom>
        </p:spPr>
      </p:pic>
      <p:pic>
        <p:nvPicPr>
          <p:cNvPr id="6" name="Рисунок 5" descr="Изображение выглядит как стол&#10;&#10;Автоматически созданное описание"/>
          <p:cNvPicPr>
            <a:picLocks noChangeAspect="1"/>
          </p:cNvPicPr>
          <p:nvPr/>
        </p:nvPicPr>
        <p:blipFill>
          <a:blip r:embed="rId2">
            <a:duotone>
              <a:prstClr val="black"/>
              <a:schemeClr val="accent2">
                <a:tint val="45000"/>
                <a:satMod val="400000"/>
              </a:schemeClr>
            </a:duotone>
          </a:blip>
          <a:stretch>
            <a:fillRect/>
          </a:stretch>
        </p:blipFill>
        <p:spPr>
          <a:xfrm>
            <a:off x="7553425" y="4266401"/>
            <a:ext cx="3565628" cy="1991886"/>
          </a:xfrm>
          <a:prstGeom prst="rect">
            <a:avLst/>
          </a:prstGeom>
          <a:ln w="19050">
            <a:solidFill>
              <a:schemeClr val="tx1"/>
            </a:solidFill>
          </a:ln>
        </p:spPr>
      </p:pic>
      <p:pic>
        <p:nvPicPr>
          <p:cNvPr id="8" name="Рисунок 7" descr="Изображение выглядит как текст&#10;&#10;Автоматически созданное описание"/>
          <p:cNvPicPr>
            <a:picLocks noChangeAspect="1"/>
          </p:cNvPicPr>
          <p:nvPr/>
        </p:nvPicPr>
        <p:blipFill>
          <a:blip r:embed="rId3">
            <a:duotone>
              <a:prstClr val="black"/>
              <a:schemeClr val="accent2">
                <a:tint val="45000"/>
                <a:satMod val="400000"/>
              </a:schemeClr>
            </a:duotone>
          </a:blip>
          <a:stretch>
            <a:fillRect/>
          </a:stretch>
        </p:blipFill>
        <p:spPr>
          <a:xfrm>
            <a:off x="7553425" y="2001011"/>
            <a:ext cx="4407517" cy="579017"/>
          </a:xfrm>
          <a:prstGeom prst="rect">
            <a:avLst/>
          </a:prstGeom>
          <a:ln w="19050">
            <a:solidFill>
              <a:schemeClr val="tx1"/>
            </a:solidFill>
          </a:ln>
        </p:spPr>
      </p:pic>
      <p:pic>
        <p:nvPicPr>
          <p:cNvPr id="10" name="Рисунок 9" descr="Изображение выглядит как стол&#10;&#10;Автоматически созданное описание"/>
          <p:cNvPicPr>
            <a:picLocks noChangeAspect="1"/>
          </p:cNvPicPr>
          <p:nvPr/>
        </p:nvPicPr>
        <p:blipFill>
          <a:blip r:embed="rId4">
            <a:duotone>
              <a:prstClr val="black"/>
              <a:schemeClr val="accent2">
                <a:tint val="45000"/>
                <a:satMod val="400000"/>
              </a:schemeClr>
            </a:duotone>
          </a:blip>
          <a:stretch>
            <a:fillRect/>
          </a:stretch>
        </p:blipFill>
        <p:spPr>
          <a:xfrm>
            <a:off x="7553425" y="2974588"/>
            <a:ext cx="3565628" cy="880302"/>
          </a:xfrm>
          <a:prstGeom prst="rect">
            <a:avLst/>
          </a:prstGeom>
          <a:ln w="19050">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Структура простейшего процессора</a:t>
            </a:r>
            <a:br>
              <a:rPr lang="ru-RU" sz="2800" dirty="0">
                <a:solidFill>
                  <a:schemeClr val="tx2"/>
                </a:solidFill>
              </a:rPr>
            </a:br>
            <a:endParaRPr lang="ru-RU" sz="2800" dirty="0">
              <a:solidFill>
                <a:schemeClr val="tx2"/>
              </a:solidFill>
            </a:endParaRPr>
          </a:p>
        </p:txBody>
      </p:sp>
      <p:pic>
        <p:nvPicPr>
          <p:cNvPr id="4" name="Объект 3"/>
          <p:cNvPicPr>
            <a:picLocks noGrp="1" noChangeAspect="1"/>
          </p:cNvPicPr>
          <p:nvPr>
            <p:ph idx="1"/>
          </p:nvPr>
        </p:nvPicPr>
        <p:blipFill>
          <a:blip r:embed="rId1">
            <a:duotone>
              <a:schemeClr val="accent2">
                <a:shade val="45000"/>
                <a:satMod val="135000"/>
              </a:schemeClr>
              <a:prstClr val="white"/>
            </a:duotone>
          </a:blip>
          <a:stretch>
            <a:fillRect/>
          </a:stretch>
        </p:blipFill>
        <p:spPr>
          <a:xfrm>
            <a:off x="838200" y="1325343"/>
            <a:ext cx="6828604" cy="52633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Структура  микропроцессора семейства </a:t>
            </a:r>
            <a:r>
              <a:rPr lang="en-GB"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x86</a:t>
            </a:r>
            <a:endPar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pic>
        <p:nvPicPr>
          <p:cNvPr id="5" name="Рисунок 4"/>
          <p:cNvPicPr>
            <a:picLocks noChangeAspect="1"/>
          </p:cNvPicPr>
          <p:nvPr/>
        </p:nvPicPr>
        <p:blipFill>
          <a:blip r:embed="rId1">
            <a:duotone>
              <a:schemeClr val="accent2">
                <a:shade val="45000"/>
                <a:satMod val="135000"/>
              </a:schemeClr>
              <a:prstClr val="white"/>
            </a:duotone>
          </a:blip>
          <a:stretch>
            <a:fillRect/>
          </a:stretch>
        </p:blipFill>
        <p:spPr>
          <a:xfrm>
            <a:off x="941643" y="1603375"/>
            <a:ext cx="6769100" cy="4889500"/>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Регистры МП х86</a:t>
            </a:r>
            <a:endParaRPr lang="ru-RU" dirty="0"/>
          </a:p>
        </p:txBody>
      </p:sp>
      <p:pic>
        <p:nvPicPr>
          <p:cNvPr id="6" name="Объект 5"/>
          <p:cNvPicPr>
            <a:picLocks noGrp="1" noChangeAspect="1"/>
          </p:cNvPicPr>
          <p:nvPr>
            <p:ph idx="1"/>
          </p:nvPr>
        </p:nvPicPr>
        <p:blipFill>
          <a:blip r:embed="rId1">
            <a:extLst>
              <a:ext uri="{BEBA8EAE-BF5A-486C-A8C5-ECC9F3942E4B}">
                <a14:imgProps xmlns:a14="http://schemas.microsoft.com/office/drawing/2010/main">
                  <a14:imgLayer r:embed="rId2">
                    <a14:imgEffect>
                      <a14:brightnessContrast bright="87000"/>
                    </a14:imgEffect>
                  </a14:imgLayer>
                </a14:imgProps>
              </a:ext>
            </a:extLst>
          </a:blip>
          <a:stretch>
            <a:fillRect/>
          </a:stretch>
        </p:blipFill>
        <p:spPr>
          <a:xfrm>
            <a:off x="120247" y="1895872"/>
            <a:ext cx="12071753" cy="4255293"/>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3" name="Рисунок 2"/>
          <p:cNvPicPr>
            <a:picLocks noChangeAspect="1"/>
          </p:cNvPicPr>
          <p:nvPr/>
        </p:nvPicPr>
        <p:blipFill>
          <a:blip r:embed="rId3"/>
          <a:stretch>
            <a:fillRect/>
          </a:stretch>
        </p:blipFill>
        <p:spPr>
          <a:xfrm>
            <a:off x="6038850" y="3346450"/>
            <a:ext cx="114300" cy="165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Программная модель МП </a:t>
            </a:r>
            <a:r>
              <a:rPr lang="en-US" dirty="0"/>
              <a:t>Intel x86</a:t>
            </a:r>
            <a:endParaRPr lang="ru-RU" dirty="0"/>
          </a:p>
        </p:txBody>
      </p:sp>
      <p:pic>
        <p:nvPicPr>
          <p:cNvPr id="6" name="Объект 5"/>
          <p:cNvPicPr>
            <a:picLocks noGrp="1" noChangeAspect="1"/>
          </p:cNvPicPr>
          <p:nvPr>
            <p:ph idx="1"/>
          </p:nvPr>
        </p:nvPicPr>
        <p:blipFill>
          <a:blip r:embed="rId1">
            <a:duotone>
              <a:schemeClr val="accent2">
                <a:shade val="45000"/>
                <a:satMod val="135000"/>
              </a:schemeClr>
              <a:prstClr val="white"/>
            </a:duotone>
          </a:blip>
          <a:stretch>
            <a:fillRect/>
          </a:stretch>
        </p:blipFill>
        <p:spPr>
          <a:xfrm>
            <a:off x="951577" y="1629374"/>
            <a:ext cx="4741301" cy="4863501"/>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Регистр флагов</a:t>
            </a:r>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6" name="Рисунок 5"/>
          <p:cNvPicPr>
            <a:picLocks noChangeAspect="1"/>
          </p:cNvPicPr>
          <p:nvPr/>
        </p:nvPicPr>
        <p:blipFill>
          <a:blip r:embed="rId1">
            <a:duotone>
              <a:schemeClr val="accent2">
                <a:shade val="45000"/>
                <a:satMod val="135000"/>
              </a:schemeClr>
              <a:prstClr val="white"/>
            </a:duotone>
          </a:blip>
          <a:stretch>
            <a:fillRect/>
          </a:stretch>
        </p:blipFill>
        <p:spPr>
          <a:xfrm>
            <a:off x="6280969" y="203278"/>
            <a:ext cx="5072831" cy="6570524"/>
          </a:xfrm>
          <a:prstGeom prst="rect">
            <a:avLst/>
          </a:prstGeom>
        </p:spPr>
      </p:pic>
      <p:sp>
        <p:nvSpPr>
          <p:cNvPr id="8" name="Объект 7"/>
          <p:cNvSpPr>
            <a:spLocks noGrp="1"/>
          </p:cNvSpPr>
          <p:nvPr>
            <p:ph idx="1"/>
          </p:nvPr>
        </p:nvSpPr>
        <p:spPr/>
        <p:txBody>
          <a:bodyPr/>
          <a:lstStyle/>
          <a:p>
            <a:endParaRPr lang="ru-R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Управляющие и системные регистры</a:t>
            </a:r>
            <a:endParaRPr lang="ru-RU" dirty="0"/>
          </a:p>
        </p:txBody>
      </p:sp>
      <p:pic>
        <p:nvPicPr>
          <p:cNvPr id="6" name="Объект 5"/>
          <p:cNvPicPr>
            <a:picLocks noGrp="1" noChangeAspect="1"/>
          </p:cNvPicPr>
          <p:nvPr>
            <p:ph idx="1"/>
          </p:nvPr>
        </p:nvPicPr>
        <p:blipFill>
          <a:blip r:embed="rId1">
            <a:duotone>
              <a:schemeClr val="accent2">
                <a:shade val="45000"/>
                <a:satMod val="135000"/>
              </a:schemeClr>
              <a:prstClr val="white"/>
            </a:duotone>
            <a:extLst>
              <a:ext uri="{BEBA8EAE-BF5A-486C-A8C5-ECC9F3942E4B}">
                <a14:imgProps xmlns:a14="http://schemas.microsoft.com/office/drawing/2010/main">
                  <a14:imgLayer r:embed="rId2">
                    <a14:imgEffect>
                      <a14:saturation sat="143000"/>
                    </a14:imgEffect>
                  </a14:imgLayer>
                </a14:imgProps>
              </a:ext>
            </a:extLst>
          </a:blip>
          <a:stretch>
            <a:fillRect/>
          </a:stretch>
        </p:blipFill>
        <p:spPr>
          <a:xfrm>
            <a:off x="838200" y="1776596"/>
            <a:ext cx="5722119" cy="4579754"/>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199" y="291090"/>
            <a:ext cx="10515599" cy="932688"/>
          </a:xfrm>
        </p:spPr>
        <p:txBody>
          <a:bodyPr vert="horz" lIns="91440" tIns="45720" rIns="91440" bIns="45720" rtlCol="0" anchor="b">
            <a:normAutofit/>
          </a:bodyPr>
          <a:lstStyle/>
          <a:p>
            <a:r>
              <a:rPr lang="en-US" sz="3800" kern="1200">
                <a:solidFill>
                  <a:schemeClr val="tx1"/>
                </a:solidFill>
                <a:latin typeface="+mj-lt"/>
                <a:ea typeface="+mj-ea"/>
                <a:cs typeface="+mj-cs"/>
              </a:rPr>
              <a:t>Компоненты персонального компьютера</a:t>
            </a:r>
            <a:endParaRPr lang="en-US" sz="3800" kern="1200">
              <a:solidFill>
                <a:schemeClr val="tx1"/>
              </a:solidFill>
              <a:latin typeface="+mj-lt"/>
              <a:ea typeface="+mj-ea"/>
              <a:cs typeface="+mj-cs"/>
            </a:endParaRPr>
          </a:p>
        </p:txBody>
      </p:sp>
      <p:sp>
        <p:nvSpPr>
          <p:cNvPr id="3" name="Номер слайда 2"/>
          <p:cNvSpPr>
            <a:spLocks noGrp="1"/>
          </p:cNvSpPr>
          <p:nvPr>
            <p:ph type="sldNum" sz="quarter" idx="12"/>
          </p:nvPr>
        </p:nvSpPr>
        <p:spPr/>
        <p:txBody>
          <a:bodyPr vert="horz" lIns="91440" tIns="45720" rIns="91440" bIns="45720" rtlCol="0" anchor="ctr">
            <a:normAutofit/>
          </a:bodyPr>
          <a:lstStyle/>
          <a:p>
            <a:pPr>
              <a:spcAft>
                <a:spcPts val="600"/>
              </a:spcAft>
              <a:defRPr/>
            </a:pPr>
            <a:fld id="{46A6E2C1-953A-4E2B-A052-24FC77119C04}" type="slidenum">
              <a:rPr lang="en-US" smtClean="0"/>
            </a:fld>
            <a:endParaRPr lang="en-US"/>
          </a:p>
        </p:txBody>
      </p:sp>
      <p:pic>
        <p:nvPicPr>
          <p:cNvPr id="7" name="Рисунок 6"/>
          <p:cNvPicPr>
            <a:picLocks noChangeAspect="1"/>
          </p:cNvPicPr>
          <p:nvPr/>
        </p:nvPicPr>
        <p:blipFill>
          <a:blip r:embed="rId1">
            <a:duotone>
              <a:schemeClr val="accent2">
                <a:shade val="45000"/>
                <a:satMod val="135000"/>
              </a:schemeClr>
              <a:prstClr val="white"/>
            </a:duotone>
            <a:extLst>
              <a:ext uri="{BEBA8EAE-BF5A-486C-A8C5-ECC9F3942E4B}">
                <a14:imgProps xmlns:a14="http://schemas.microsoft.com/office/drawing/2010/main">
                  <a14:imgLayer r:embed="rId2">
                    <a14:imgEffect>
                      <a14:colorTemperature colorTemp="10856"/>
                    </a14:imgEffect>
                    <a14:imgEffect>
                      <a14:saturation sat="150000"/>
                    </a14:imgEffect>
                  </a14:imgLayer>
                </a14:imgProps>
              </a:ext>
            </a:extLst>
          </a:blip>
          <a:stretch>
            <a:fillRect/>
          </a:stretch>
        </p:blipFill>
        <p:spPr>
          <a:xfrm>
            <a:off x="838199" y="1939801"/>
            <a:ext cx="10515599" cy="4416549"/>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Функционирование МП системы </a:t>
            </a:r>
            <a:endParaRPr lang="ru-RU" sz="40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sp>
        <p:nvSpPr>
          <p:cNvPr id="3" name="Номер слайда 2"/>
          <p:cNvSpPr>
            <a:spLocks noGrp="1"/>
          </p:cNvSpPr>
          <p:nvPr>
            <p:ph type="sldNum" sz="quarter" idx="12"/>
          </p:nvPr>
        </p:nvSpPr>
        <p:spPr/>
        <p:txBody>
          <a:bodyPr/>
          <a:lstStyle/>
          <a:p>
            <a:pPr>
              <a:defRPr/>
            </a:pPr>
            <a:fld id="{46A6E2C1-953A-4E2B-A052-24FC77119C04}" type="slidenum">
              <a:rPr lang="ru-RU" smtClean="0"/>
            </a:fld>
            <a:endParaRPr lang="ru-RU"/>
          </a:p>
        </p:txBody>
      </p:sp>
      <p:pic>
        <p:nvPicPr>
          <p:cNvPr id="8" name="Рисунок 7"/>
          <p:cNvPicPr>
            <a:picLocks noChangeAspect="1"/>
          </p:cNvPicPr>
          <p:nvPr/>
        </p:nvPicPr>
        <p:blipFill>
          <a:blip r:embed="rId1">
            <a:duotone>
              <a:schemeClr val="accent2">
                <a:shade val="45000"/>
                <a:satMod val="135000"/>
              </a:schemeClr>
              <a:prstClr val="white"/>
            </a:duotone>
          </a:blip>
          <a:stretch>
            <a:fillRect/>
          </a:stretch>
        </p:blipFill>
        <p:spPr>
          <a:xfrm>
            <a:off x="838200" y="1606210"/>
            <a:ext cx="6277206" cy="48346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a:xfrm>
            <a:off x="838200" y="571187"/>
            <a:ext cx="10515600" cy="1325563"/>
          </a:xfrm>
        </p:spPr>
        <p:txBody>
          <a:bodyPr>
            <a:noAutofit/>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Режимы работы микропроцессорной системы</a:t>
            </a:r>
            <a:b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br>
            <a:endPar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sp>
        <p:nvSpPr>
          <p:cNvPr id="3" name="Содержимое 2"/>
          <p:cNvSpPr>
            <a:spLocks noGrp="1"/>
          </p:cNvSpPr>
          <p:nvPr>
            <p:ph idx="1"/>
          </p:nvPr>
        </p:nvSpPr>
        <p:spPr>
          <a:xfrm>
            <a:off x="838200" y="2315022"/>
            <a:ext cx="10515600" cy="4351338"/>
          </a:xfrm>
        </p:spPr>
        <p:txBody>
          <a:bodyPr/>
          <a:lstStyle/>
          <a:p>
            <a:pPr lvl="0"/>
            <a:r>
              <a:rPr lang="ru-RU" sz="2400" dirty="0"/>
              <a:t>программный обмен информацией</a:t>
            </a:r>
            <a:endParaRPr lang="ru-RU" sz="2400" dirty="0"/>
          </a:p>
          <a:p>
            <a:pPr lvl="0"/>
            <a:endParaRPr lang="ru-RU" sz="2400" dirty="0"/>
          </a:p>
          <a:p>
            <a:pPr lvl="0"/>
            <a:r>
              <a:rPr lang="ru-RU" sz="2400" dirty="0"/>
              <a:t>обмен с использованием прерываний (</a:t>
            </a:r>
            <a:r>
              <a:rPr lang="ru-RU" sz="2400" dirty="0" err="1"/>
              <a:t>Interrupts</a:t>
            </a:r>
            <a:r>
              <a:rPr lang="ru-RU" sz="2400" dirty="0"/>
              <a:t>)</a:t>
            </a:r>
            <a:endParaRPr lang="ru-RU" sz="2400" dirty="0"/>
          </a:p>
          <a:p>
            <a:pPr marL="0" lvl="0" indent="0">
              <a:buNone/>
            </a:pPr>
            <a:endParaRPr lang="ru-RU" sz="2400" dirty="0"/>
          </a:p>
          <a:p>
            <a:pPr lvl="0"/>
            <a:r>
              <a:rPr lang="ru-RU" sz="2400" dirty="0"/>
              <a:t>обмен с использованием прямого доступа к памяти (ПДП, DMA — </a:t>
            </a:r>
            <a:r>
              <a:rPr lang="ru-RU" sz="2400" dirty="0" err="1"/>
              <a:t>Direct</a:t>
            </a:r>
            <a:r>
              <a:rPr lang="ru-RU" sz="2400" dirty="0"/>
              <a:t> </a:t>
            </a:r>
            <a:r>
              <a:rPr lang="ru-RU" sz="2400" dirty="0" err="1"/>
              <a:t>Memory</a:t>
            </a:r>
            <a:r>
              <a:rPr lang="ru-RU" sz="2400" dirty="0"/>
              <a:t> </a:t>
            </a:r>
            <a:r>
              <a:rPr lang="ru-RU" sz="2400" dirty="0" err="1"/>
              <a:t>Access</a:t>
            </a:r>
            <a:r>
              <a:rPr lang="ru-RU" sz="2400" dirty="0"/>
              <a:t>).</a:t>
            </a:r>
            <a:endParaRPr lang="ru-RU" sz="2400" dirty="0"/>
          </a:p>
          <a:p>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Программный обмен информацией </a:t>
            </a:r>
            <a:endPar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pic>
        <p:nvPicPr>
          <p:cNvPr id="4" name="Объект 3"/>
          <p:cNvPicPr>
            <a:picLocks noGrp="1" noChangeAspect="1"/>
          </p:cNvPicPr>
          <p:nvPr>
            <p:ph idx="1"/>
          </p:nvPr>
        </p:nvPicPr>
        <p:blipFill rotWithShape="1">
          <a:blip r:embed="rId1">
            <a:duotone>
              <a:schemeClr val="accent2">
                <a:shade val="45000"/>
                <a:satMod val="135000"/>
              </a:schemeClr>
              <a:prstClr val="white"/>
            </a:duotone>
          </a:blip>
          <a:srcRect t="3844" b="3837"/>
          <a:stretch>
            <a:fillRect/>
          </a:stretch>
        </p:blipFill>
        <p:spPr>
          <a:xfrm>
            <a:off x="838200" y="1555483"/>
            <a:ext cx="6904703" cy="5084876"/>
          </a:xfrm>
          <a:prstGeom prst="rect">
            <a:avLst/>
          </a:prstGeom>
          <a:solidFill>
            <a:schemeClr val="tx2">
              <a:lumMod val="25000"/>
            </a:schemeClr>
          </a:solid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Обмен по прерываниям </a:t>
            </a:r>
            <a:endPar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pic>
        <p:nvPicPr>
          <p:cNvPr id="4" name="Объект 3"/>
          <p:cNvPicPr>
            <a:picLocks noGrp="1" noChangeAspect="1"/>
          </p:cNvPicPr>
          <p:nvPr>
            <p:ph idx="1"/>
          </p:nvPr>
        </p:nvPicPr>
        <p:blipFill>
          <a:blip r:embed="rId1">
            <a:duotone>
              <a:schemeClr val="accent2">
                <a:shade val="45000"/>
                <a:satMod val="135000"/>
              </a:schemeClr>
              <a:prstClr val="white"/>
            </a:duotone>
          </a:blip>
          <a:stretch>
            <a:fillRect/>
          </a:stretch>
        </p:blipFill>
        <p:spPr>
          <a:xfrm>
            <a:off x="838200" y="1869870"/>
            <a:ext cx="6951991" cy="43513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Прямой доступ к памяти </a:t>
            </a:r>
            <a:endPar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pic>
        <p:nvPicPr>
          <p:cNvPr id="9" name="Объект 8"/>
          <p:cNvPicPr>
            <a:picLocks noGrp="1" noChangeAspect="1"/>
          </p:cNvPicPr>
          <p:nvPr>
            <p:ph idx="1"/>
          </p:nvPr>
        </p:nvPicPr>
        <p:blipFill>
          <a:blip r:embed="rId1">
            <a:duotone>
              <a:schemeClr val="accent2">
                <a:shade val="45000"/>
                <a:satMod val="135000"/>
              </a:schemeClr>
              <a:prstClr val="white"/>
            </a:duotone>
            <a:extLst>
              <a:ext uri="{BEBA8EAE-BF5A-486C-A8C5-ECC9F3942E4B}">
                <a14:imgProps xmlns:a14="http://schemas.microsoft.com/office/drawing/2010/main">
                  <a14:imgLayer r:embed="rId2">
                    <a14:imgEffect>
                      <a14:colorTemperature colorTemp="8111"/>
                    </a14:imgEffect>
                    <a14:imgEffect>
                      <a14:saturation sat="320000"/>
                    </a14:imgEffect>
                  </a14:imgLayer>
                </a14:imgProps>
              </a:ext>
            </a:extLst>
          </a:blip>
          <a:stretch>
            <a:fillRect/>
          </a:stretch>
        </p:blipFill>
        <p:spPr>
          <a:xfrm>
            <a:off x="838200" y="1461702"/>
            <a:ext cx="6834415" cy="521931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Прямой доступ к памяти </a:t>
            </a:r>
            <a:endParaRPr lang="ru-RU" dirty="0"/>
          </a:p>
        </p:txBody>
      </p:sp>
      <p:pic>
        <p:nvPicPr>
          <p:cNvPr id="9" name="Рисунок 8"/>
          <p:cNvPicPr>
            <a:picLocks noChangeAspect="1"/>
          </p:cNvPicPr>
          <p:nvPr/>
        </p:nvPicPr>
        <p:blipFill>
          <a:blip r:embed="rId1">
            <a:duotone>
              <a:schemeClr val="accent2">
                <a:shade val="45000"/>
                <a:satMod val="135000"/>
              </a:schemeClr>
              <a:prstClr val="white"/>
            </a:duotone>
          </a:blip>
          <a:stretch>
            <a:fillRect/>
          </a:stretch>
        </p:blipFill>
        <p:spPr>
          <a:xfrm>
            <a:off x="838200" y="1772462"/>
            <a:ext cx="8833940" cy="422036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Прерывания</a:t>
            </a:r>
            <a:endParaRPr lang="ru-RU" dirty="0"/>
          </a:p>
        </p:txBody>
      </p:sp>
      <p:sp>
        <p:nvSpPr>
          <p:cNvPr id="6" name="Текст 5"/>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Обмен по прерываниям </a:t>
            </a:r>
            <a:endParaRPr lang="ru-RU" sz="3600"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endParaRPr>
          </a:p>
        </p:txBody>
      </p:sp>
      <p:pic>
        <p:nvPicPr>
          <p:cNvPr id="4" name="Объект 3"/>
          <p:cNvPicPr>
            <a:picLocks noGrp="1" noChangeAspect="1"/>
          </p:cNvPicPr>
          <p:nvPr>
            <p:ph idx="1"/>
          </p:nvPr>
        </p:nvPicPr>
        <p:blipFill>
          <a:blip r:embed="rId1">
            <a:duotone>
              <a:schemeClr val="accent2">
                <a:shade val="45000"/>
                <a:satMod val="135000"/>
              </a:schemeClr>
              <a:prstClr val="white"/>
            </a:duotone>
          </a:blip>
          <a:stretch>
            <a:fillRect/>
          </a:stretch>
        </p:blipFill>
        <p:spPr>
          <a:xfrm>
            <a:off x="838200" y="1869870"/>
            <a:ext cx="6951991" cy="435133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Прерывания</a:t>
            </a:r>
            <a:endParaRPr lang="ru-RU" dirty="0"/>
          </a:p>
        </p:txBody>
      </p:sp>
      <p:graphicFrame>
        <p:nvGraphicFramePr>
          <p:cNvPr id="7" name="Объект 6"/>
          <p:cNvGraphicFramePr>
            <a:graphicFrameLocks noGrp="1"/>
          </p:cNvGraphicFramePr>
          <p:nvPr>
            <p:ph idx="1"/>
          </p:nvPr>
        </p:nvGraphicFramePr>
        <p:xfrm>
          <a:off x="1014411" y="3508119"/>
          <a:ext cx="9456944" cy="303079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graphicFrame>
        <p:nvGraphicFramePr>
          <p:cNvPr id="11" name="Схема 10"/>
          <p:cNvGraphicFramePr/>
          <p:nvPr/>
        </p:nvGraphicFramePr>
        <p:xfrm>
          <a:off x="705464" y="1449645"/>
          <a:ext cx="10287000" cy="190023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nSpc>
                <a:spcPct val="100000"/>
              </a:lnSpc>
            </a:pPr>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Система прерываний</a:t>
            </a:r>
            <a:b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br>
            <a:r>
              <a:rPr lang="ru-RU" sz="3600" dirty="0">
                <a:solidFill>
                  <a:schemeClr val="tx1">
                    <a:lumMod val="75000"/>
                  </a:schemeClr>
                </a:solidFill>
                <a:latin typeface="Open Sans Light" charset="0"/>
                <a:ea typeface="Open Sans Light" charset="0"/>
                <a:cs typeface="Open Sans Light" charset="0"/>
              </a:rPr>
              <a:t>В зависимости от источника, прерывания делятся на:</a:t>
            </a:r>
            <a:endParaRPr lang="ru-RU" dirty="0">
              <a:solidFill>
                <a:schemeClr val="tx1">
                  <a:lumMod val="75000"/>
                </a:schemeClr>
              </a:solidFill>
              <a:latin typeface="Open Sans Light" charset="0"/>
              <a:ea typeface="Open Sans Light" charset="0"/>
              <a:cs typeface="Open Sans Light" charset="0"/>
            </a:endParaRPr>
          </a:p>
        </p:txBody>
      </p:sp>
      <p:sp>
        <p:nvSpPr>
          <p:cNvPr id="8" name="Rectangle 3"/>
          <p:cNvSpPr>
            <a:spLocks noGrp="1"/>
          </p:cNvSpPr>
          <p:nvPr>
            <p:ph idx="1"/>
          </p:nvPr>
        </p:nvSpPr>
        <p:spPr>
          <a:xfrm>
            <a:off x="1983492" y="1805969"/>
            <a:ext cx="7654926" cy="3160636"/>
          </a:xfrm>
        </p:spPr>
        <p:txBody>
          <a:bodyPr/>
          <a:lstStyle/>
          <a:p>
            <a:pPr>
              <a:buFont typeface="Wingdings 2" pitchFamily="18" charset="2"/>
              <a:buNone/>
            </a:pPr>
            <a:endParaRPr kumimoji="0" lang="ru-RU"/>
          </a:p>
          <a:p>
            <a:endParaRPr kumimoji="0" lang="en-US">
              <a:latin typeface="Corbel" panose="020B0503020204020204" pitchFamily="34" charset="0"/>
            </a:endParaRPr>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graphicFrame>
        <p:nvGraphicFramePr>
          <p:cNvPr id="6" name="Схема 5"/>
          <p:cNvGraphicFramePr/>
          <p:nvPr/>
        </p:nvGraphicFramePr>
        <p:xfrm>
          <a:off x="938047" y="1805969"/>
          <a:ext cx="10515600" cy="482187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solidFill>
                  <a:schemeClr val="tx1">
                    <a:lumMod val="75000"/>
                  </a:schemeClr>
                </a:solidFill>
                <a:latin typeface="Open Sans" panose="020B0806030504020204" pitchFamily="34" charset="0"/>
                <a:ea typeface="Open Sans" panose="020B0806030504020204" pitchFamily="34" charset="0"/>
                <a:cs typeface="Open Sans" panose="020B0806030504020204" pitchFamily="34" charset="0"/>
              </a:rPr>
              <a:t>Прерывания</a:t>
            </a:r>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graphicFrame>
        <p:nvGraphicFramePr>
          <p:cNvPr id="5" name="Diagram 3"/>
          <p:cNvGraphicFramePr>
            <a:graphicFrameLocks noGrp="1"/>
          </p:cNvGraphicFramePr>
          <p:nvPr>
            <p:ph idx="1"/>
          </p:nvPr>
        </p:nvGraphicFramePr>
        <p:xfrm>
          <a:off x="1084943" y="2005012"/>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Закрывающая фигурная скобка 6"/>
          <p:cNvSpPr/>
          <p:nvPr/>
        </p:nvSpPr>
        <p:spPr>
          <a:xfrm>
            <a:off x="9046896" y="2880765"/>
            <a:ext cx="155448"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8" name="Закрывающая фигурная скобка 7"/>
          <p:cNvSpPr/>
          <p:nvPr/>
        </p:nvSpPr>
        <p:spPr>
          <a:xfrm>
            <a:off x="9046896" y="999460"/>
            <a:ext cx="155448"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ln w="0">
                <a:solidFill>
                  <a:schemeClr val="tx1"/>
                </a:solidFill>
              </a:ln>
              <a:effectLst>
                <a:outerShdw blurRad="38100" dist="19050" dir="2700000" algn="tl" rotWithShape="0">
                  <a:schemeClr val="dk1">
                    <a:alpha val="40000"/>
                  </a:schemeClr>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Аппаратные прерывания</a:t>
            </a:r>
            <a:endParaRPr lang="ru-RU" dirty="0"/>
          </a:p>
        </p:txBody>
      </p:sp>
      <p:pic>
        <p:nvPicPr>
          <p:cNvPr id="6" name="Объект 5"/>
          <p:cNvPicPr>
            <a:picLocks noGrp="1" noChangeAspect="1"/>
          </p:cNvPicPr>
          <p:nvPr>
            <p:ph idx="1"/>
          </p:nvPr>
        </p:nvPicPr>
        <p:blipFill>
          <a:blip r:embed="rId1">
            <a:grayscl/>
          </a:blip>
          <a:stretch>
            <a:fillRect/>
          </a:stretch>
        </p:blipFill>
        <p:spPr>
          <a:xfrm>
            <a:off x="838200" y="1940719"/>
            <a:ext cx="7327900" cy="4165600"/>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Схемы аппаратных прерываний</a:t>
            </a:r>
            <a:endParaRPr lang="ru-RU" dirty="0"/>
          </a:p>
        </p:txBody>
      </p:sp>
      <p:sp>
        <p:nvSpPr>
          <p:cNvPr id="3" name="Объект 2"/>
          <p:cNvSpPr>
            <a:spLocks noGrp="1"/>
          </p:cNvSpPr>
          <p:nvPr>
            <p:ph idx="1"/>
          </p:nvPr>
        </p:nvSpPr>
        <p:spPr/>
        <p:txBody>
          <a:bodyPr/>
          <a:lstStyle/>
          <a:p>
            <a:r>
              <a:rPr lang="ru-RU" dirty="0"/>
              <a:t>опрос (</a:t>
            </a:r>
            <a:r>
              <a:rPr lang="en-US" dirty="0"/>
              <a:t>pulling)</a:t>
            </a:r>
            <a:endParaRPr lang="en-US" dirty="0"/>
          </a:p>
          <a:p>
            <a:r>
              <a:rPr lang="ru-RU" dirty="0"/>
              <a:t>векторные прерывания</a:t>
            </a:r>
            <a:endParaRPr lang="ru-RU" dirty="0"/>
          </a:p>
          <a:p>
            <a:r>
              <a:rPr lang="ru-RU" dirty="0"/>
              <a:t>вектор + опрос</a:t>
            </a:r>
            <a:endParaRPr lang="ru-RU" dirty="0"/>
          </a:p>
          <a:p>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199" y="365125"/>
            <a:ext cx="11021291" cy="1325563"/>
          </a:xfrm>
        </p:spPr>
        <p:txBody>
          <a:bodyPr/>
          <a:lstStyle/>
          <a:p>
            <a:r>
              <a:rPr lang="ru-RU" dirty="0"/>
              <a:t>Контроллер прерываний </a:t>
            </a:r>
            <a:r>
              <a:rPr lang="en-GB" dirty="0">
                <a:hlinkClick r:id="rId1"/>
              </a:rPr>
              <a:t>Intel 8259 PIC</a:t>
            </a:r>
            <a:endParaRPr lang="ru-RU" dirty="0"/>
          </a:p>
        </p:txBody>
      </p:sp>
      <p:pic>
        <p:nvPicPr>
          <p:cNvPr id="6" name="Объект 5"/>
          <p:cNvPicPr>
            <a:picLocks noGrp="1" noChangeAspect="1"/>
          </p:cNvPicPr>
          <p:nvPr>
            <p:ph idx="1"/>
          </p:nvPr>
        </p:nvPicPr>
        <p:blipFill>
          <a:blip r:embed="rId2">
            <a:duotone>
              <a:prstClr val="black"/>
              <a:schemeClr val="tx2">
                <a:tint val="45000"/>
                <a:satMod val="400000"/>
              </a:schemeClr>
            </a:duotone>
          </a:blip>
          <a:stretch>
            <a:fillRect/>
          </a:stretch>
        </p:blipFill>
        <p:spPr>
          <a:xfrm>
            <a:off x="1327150" y="2293144"/>
            <a:ext cx="9263119" cy="3317948"/>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mc:AlternateContent xmlns:mc="http://schemas.openxmlformats.org/markup-compatibility/2006" xmlns:p14="http://schemas.microsoft.com/office/powerpoint/2010/main">
        <mc:Choice Requires="p14">
          <p:contentPart r:id="rId3" p14:bwMode="auto">
            <p14:nvContentPartPr>
              <p14:cNvPr id="13" name="Рукописный ввод 12"/>
              <p14:cNvContentPartPr/>
              <p14:nvPr/>
            </p14:nvContentPartPr>
            <p14:xfrm>
              <a:off x="6643361" y="2079612"/>
              <a:ext cx="360" cy="360"/>
            </p14:xfrm>
          </p:contentPart>
        </mc:Choice>
        <mc:Fallback xmlns="">
          <p:pic>
            <p:nvPicPr>
              <p:cNvPr id="13" name="Рукописный ввод 12"/>
            </p:nvPicPr>
            <p:blipFill>
              <a:blip r:embed="rId4"/>
            </p:blipFill>
            <p:spPr>
              <a:xfrm>
                <a:off x="6643361" y="2079612"/>
                <a:ext cx="360" cy="360"/>
              </a:xfrm>
              <a:prstGeom prst="rect"/>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GB" dirty="0"/>
              <a:t>Dual PIC</a:t>
            </a:r>
            <a:endParaRPr lang="ru-RU" dirty="0"/>
          </a:p>
        </p:txBody>
      </p:sp>
      <p:pic>
        <p:nvPicPr>
          <p:cNvPr id="6" name="Объект 5"/>
          <p:cNvPicPr>
            <a:picLocks noGrp="1" noChangeAspect="1"/>
          </p:cNvPicPr>
          <p:nvPr>
            <p:ph idx="1"/>
          </p:nvPr>
        </p:nvPicPr>
        <p:blipFill>
          <a:blip r:embed="rId1">
            <a:grayscl/>
          </a:blip>
          <a:stretch>
            <a:fillRect/>
          </a:stretch>
        </p:blipFill>
        <p:spPr>
          <a:xfrm>
            <a:off x="838200" y="2494302"/>
            <a:ext cx="7511082" cy="2718018"/>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8" name="Объект 4" descr="Изображение выглядит как стол&#10;&#10;Автоматически созданное описание"/>
          <p:cNvPicPr>
            <a:picLocks noGrp="1" noChangeAspect="1"/>
          </p:cNvPicPr>
          <p:nvPr>
            <p:ph idx="1"/>
          </p:nvPr>
        </p:nvPicPr>
        <p:blipFill>
          <a:blip r:embed="rId1"/>
          <a:stretch>
            <a:fillRect/>
          </a:stretch>
        </p:blipFill>
        <p:spPr>
          <a:xfrm>
            <a:off x="1065570" y="1847850"/>
            <a:ext cx="4615055" cy="435133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PCA</a:t>
            </a:r>
            <a:endParaRPr lang="ru-RU" dirty="0"/>
          </a:p>
        </p:txBody>
      </p:sp>
      <p:pic>
        <p:nvPicPr>
          <p:cNvPr id="6" name="Объект 5"/>
          <p:cNvPicPr>
            <a:picLocks noGrp="1" noChangeAspect="1"/>
          </p:cNvPicPr>
          <p:nvPr>
            <p:ph idx="1"/>
          </p:nvPr>
        </p:nvPicPr>
        <p:blipFill>
          <a:blip r:embed="rId1">
            <a:grayscl/>
          </a:blip>
          <a:stretch>
            <a:fillRect/>
          </a:stretch>
        </p:blipFill>
        <p:spPr>
          <a:xfrm>
            <a:off x="1200150" y="2718594"/>
            <a:ext cx="9791700" cy="2565400"/>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a:t>
            </a:r>
            <a:r>
              <a:rPr lang="en-US" dirty="0"/>
              <a:t>APIC</a:t>
            </a:r>
            <a:endParaRPr lang="ru-RU" dirty="0"/>
          </a:p>
        </p:txBody>
      </p:sp>
      <p:pic>
        <p:nvPicPr>
          <p:cNvPr id="6" name="Объект 5"/>
          <p:cNvPicPr>
            <a:picLocks noGrp="1" noChangeAspect="1"/>
          </p:cNvPicPr>
          <p:nvPr>
            <p:ph idx="1"/>
          </p:nvPr>
        </p:nvPicPr>
        <p:blipFill>
          <a:blip r:embed="rId1">
            <a:grayscl/>
          </a:blip>
          <a:stretch>
            <a:fillRect/>
          </a:stretch>
        </p:blipFill>
        <p:spPr>
          <a:xfrm>
            <a:off x="1028700" y="1436688"/>
            <a:ext cx="9626600" cy="3467100"/>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
        <p:nvSpPr>
          <p:cNvPr id="5" name="Прямоугольник 4"/>
          <p:cNvSpPr/>
          <p:nvPr/>
        </p:nvSpPr>
        <p:spPr>
          <a:xfrm>
            <a:off x="1028700" y="5204916"/>
            <a:ext cx="10515600" cy="923330"/>
          </a:xfrm>
          <a:prstGeom prst="rect">
            <a:avLst/>
          </a:prstGeom>
        </p:spPr>
        <p:txBody>
          <a:bodyPr wrap="square">
            <a:spAutoFit/>
          </a:bodyPr>
          <a:lstStyle/>
          <a:p>
            <a:r>
              <a:rPr lang="ru-RU" dirty="0">
                <a:latin typeface=".SFNSDisplay"/>
              </a:rPr>
              <a:t>В </a:t>
            </a:r>
            <a:r>
              <a:rPr lang="ru-RU" dirty="0" err="1">
                <a:latin typeface=".SFNSDisplay"/>
              </a:rPr>
              <a:t>дальнейшем</a:t>
            </a:r>
            <a:r>
              <a:rPr lang="ru-RU" dirty="0">
                <a:latin typeface=".SFNSDisplay"/>
              </a:rPr>
              <a:t> архитектура </a:t>
            </a:r>
            <a:r>
              <a:rPr lang="en-GB" dirty="0">
                <a:latin typeface=".SFNSDisplay"/>
              </a:rPr>
              <a:t>APIC </a:t>
            </a:r>
            <a:r>
              <a:rPr lang="ru-RU" dirty="0">
                <a:latin typeface=".SFNSDisplay"/>
              </a:rPr>
              <a:t>получила модернизацию и </a:t>
            </a:r>
            <a:r>
              <a:rPr lang="ru-RU" dirty="0" err="1">
                <a:latin typeface=".SFNSDisplay"/>
              </a:rPr>
              <a:t>новыи</a:t>
            </a:r>
            <a:r>
              <a:rPr lang="ru-RU" dirty="0">
                <a:latin typeface=".SFNSDisplay"/>
              </a:rPr>
              <a:t>̆ вариант получил название </a:t>
            </a:r>
            <a:r>
              <a:rPr lang="en-GB" dirty="0" err="1">
                <a:latin typeface=".SFNSDisplay"/>
              </a:rPr>
              <a:t>xAPIC</a:t>
            </a:r>
            <a:r>
              <a:rPr lang="en-GB" dirty="0">
                <a:latin typeface=".SFNSDisplay"/>
              </a:rPr>
              <a:t> (x — extended). </a:t>
            </a:r>
            <a:r>
              <a:rPr lang="ru-RU" dirty="0">
                <a:latin typeface=".SFNSDisplay"/>
              </a:rPr>
              <a:t>обратная совместимость с предыдущим вариантом. Количество возможных </a:t>
            </a:r>
            <a:r>
              <a:rPr lang="en-GB" dirty="0">
                <a:latin typeface=".SFNSDisplay"/>
              </a:rPr>
              <a:t>CPU </a:t>
            </a:r>
            <a:r>
              <a:rPr lang="ru-RU" dirty="0">
                <a:latin typeface=".SFNSDisplay"/>
              </a:rPr>
              <a:t>в системе увеличилось до 256</a:t>
            </a:r>
            <a:r>
              <a:rPr lang="ru-RU" dirty="0">
                <a:solidFill>
                  <a:srgbClr val="212121"/>
                </a:solidFill>
                <a:latin typeface=".SFNSDisplay"/>
              </a:rPr>
              <a:t>. </a:t>
            </a:r>
            <a:endParaRPr lang="ru-RU" dirty="0">
              <a:effectLst/>
            </a:endParaRPr>
          </a:p>
        </p:txBody>
      </p:sp>
      <p:sp>
        <p:nvSpPr>
          <p:cNvPr id="7" name="Прямоугольник 6"/>
          <p:cNvSpPr/>
          <p:nvPr/>
        </p:nvSpPr>
        <p:spPr>
          <a:xfrm>
            <a:off x="1028700" y="6215746"/>
            <a:ext cx="10337800" cy="646331"/>
          </a:xfrm>
          <a:prstGeom prst="rect">
            <a:avLst/>
          </a:prstGeom>
        </p:spPr>
        <p:txBody>
          <a:bodyPr wrap="square">
            <a:spAutoFit/>
          </a:bodyPr>
          <a:lstStyle/>
          <a:p>
            <a:r>
              <a:rPr lang="ru-RU" dirty="0">
                <a:latin typeface="-apple-system"/>
              </a:rPr>
              <a:t>Следующий виток развития архитектуры получил название </a:t>
            </a:r>
            <a:r>
              <a:rPr lang="en-GB" dirty="0">
                <a:latin typeface="-apple-system"/>
                <a:hlinkClick r:id="rId2"/>
              </a:rPr>
              <a:t>x2APIC</a:t>
            </a:r>
            <a:r>
              <a:rPr lang="en-GB" dirty="0">
                <a:latin typeface="-apple-system"/>
              </a:rPr>
              <a:t>. </a:t>
            </a:r>
            <a:r>
              <a:rPr lang="ru-RU" dirty="0">
                <a:latin typeface="-apple-system"/>
              </a:rPr>
              <a:t>Количество возможных </a:t>
            </a:r>
            <a:r>
              <a:rPr lang="en-GB" dirty="0">
                <a:latin typeface="-apple-system"/>
              </a:rPr>
              <a:t>CPU </a:t>
            </a:r>
            <a:r>
              <a:rPr lang="ru-RU" dirty="0">
                <a:latin typeface="-apple-system"/>
              </a:rPr>
              <a:t>в системе увеличилось до 2</a:t>
            </a:r>
            <a:r>
              <a:rPr lang="en-US" baseline="30000" dirty="0">
                <a:latin typeface="-apple-system"/>
              </a:rPr>
              <a:t>32</a:t>
            </a:r>
            <a:r>
              <a:rPr lang="ru-RU" dirty="0">
                <a:latin typeface="-apple-system"/>
              </a:rPr>
              <a:t>. </a:t>
            </a:r>
            <a:endParaRPr lang="ru-RU"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GB" dirty="0"/>
              <a:t>MSI</a:t>
            </a:r>
            <a:br>
              <a:rPr lang="en-GB" dirty="0"/>
            </a:br>
            <a:endParaRPr lang="ru-RU" dirty="0"/>
          </a:p>
        </p:txBody>
      </p:sp>
      <p:pic>
        <p:nvPicPr>
          <p:cNvPr id="6" name="Объект 5" descr="Изображение выглядит как текст&#10;&#10;Автоматически созданное описание"/>
          <p:cNvPicPr>
            <a:picLocks noGrp="1" noChangeAspect="1"/>
          </p:cNvPicPr>
          <p:nvPr>
            <p:ph idx="1"/>
          </p:nvPr>
        </p:nvPicPr>
        <p:blipFill>
          <a:blip r:embed="rId1">
            <a:duotone>
              <a:prstClr val="black"/>
              <a:schemeClr val="tx2">
                <a:tint val="45000"/>
                <a:satMod val="400000"/>
              </a:schemeClr>
            </a:duotone>
          </a:blip>
          <a:stretch>
            <a:fillRect/>
          </a:stretch>
        </p:blipFill>
        <p:spPr>
          <a:xfrm>
            <a:off x="838200" y="1352550"/>
            <a:ext cx="8115300" cy="3467100"/>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
        <p:nvSpPr>
          <p:cNvPr id="3" name="TextBox 2"/>
          <p:cNvSpPr txBox="1"/>
          <p:nvPr/>
        </p:nvSpPr>
        <p:spPr>
          <a:xfrm>
            <a:off x="838200" y="5433020"/>
            <a:ext cx="9286290" cy="923330"/>
          </a:xfrm>
          <a:prstGeom prst="rect">
            <a:avLst/>
          </a:prstGeom>
          <a:noFill/>
        </p:spPr>
        <p:txBody>
          <a:bodyPr wrap="square" rtlCol="0">
            <a:spAutoFit/>
          </a:bodyPr>
          <a:lstStyle/>
          <a:p>
            <a:r>
              <a:rPr lang="ru-RU" dirty="0"/>
              <a:t>В </a:t>
            </a:r>
            <a:r>
              <a:rPr lang="en-US" dirty="0"/>
              <a:t>   </a:t>
            </a:r>
            <a:r>
              <a:rPr lang="ru-RU" dirty="0"/>
              <a:t>дальнейшем это метод получил расширение </a:t>
            </a:r>
            <a:r>
              <a:rPr lang="en-GB" dirty="0"/>
              <a:t>MSI-X. </a:t>
            </a:r>
            <a:r>
              <a:rPr lang="ru-RU" dirty="0"/>
              <a:t>Теперь каждое устройство может иметь до 2048 прерываний. Появилась возможность   назначать  выполнение отдельно каждого прерывания   на  конкретный процессор.</a:t>
            </a:r>
            <a:endParaRPr lang="ru-RU"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Обработка прерывания</a:t>
            </a:r>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graphicFrame>
        <p:nvGraphicFramePr>
          <p:cNvPr id="8" name="Объект 7"/>
          <p:cNvGraphicFramePr>
            <a:graphicFrameLocks noGrp="1"/>
          </p:cNvGraphicFramePr>
          <p:nvPr>
            <p:ph idx="1"/>
          </p:nvPr>
        </p:nvGraphicFramePr>
        <p:xfrm>
          <a:off x="1130877" y="1690688"/>
          <a:ext cx="11223355" cy="48910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Обработка прерываний</a:t>
            </a:r>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5" name="Рисунок 4"/>
          <p:cNvPicPr>
            <a:picLocks noChangeAspect="1"/>
          </p:cNvPicPr>
          <p:nvPr/>
        </p:nvPicPr>
        <p:blipFill>
          <a:blip r:embed="rId1">
            <a:duotone>
              <a:schemeClr val="accent2">
                <a:shade val="45000"/>
                <a:satMod val="135000"/>
              </a:schemeClr>
              <a:prstClr val="white"/>
            </a:duotone>
          </a:blip>
          <a:stretch>
            <a:fillRect/>
          </a:stretch>
        </p:blipFill>
        <p:spPr>
          <a:xfrm>
            <a:off x="948956" y="2072223"/>
            <a:ext cx="8763000" cy="35179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8" name="Рисунок 7"/>
          <p:cNvPicPr>
            <a:picLocks noChangeAspect="1"/>
          </p:cNvPicPr>
          <p:nvPr/>
        </p:nvPicPr>
        <p:blipFill>
          <a:blip r:embed="rId1">
            <a:duotone>
              <a:schemeClr val="accent2">
                <a:shade val="45000"/>
                <a:satMod val="135000"/>
              </a:schemeClr>
              <a:prstClr val="white"/>
            </a:duotone>
            <a:extLst>
              <a:ext uri="{BEBA8EAE-BF5A-486C-A8C5-ECC9F3942E4B}">
                <a14:imgProps xmlns:a14="http://schemas.microsoft.com/office/drawing/2010/main">
                  <a14:imgLayer r:embed="rId2">
                    <a14:imgEffect>
                      <a14:saturation sat="114000"/>
                    </a14:imgEffect>
                  </a14:imgLayer>
                </a14:imgProps>
              </a:ext>
            </a:extLst>
          </a:blip>
          <a:stretch>
            <a:fillRect/>
          </a:stretch>
        </p:blipFill>
        <p:spPr>
          <a:xfrm>
            <a:off x="838200" y="2413638"/>
            <a:ext cx="6987868" cy="318516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Таблица векторов прерываний  </a:t>
            </a:r>
            <a:endParaRPr lang="ru-RU" dirty="0"/>
          </a:p>
        </p:txBody>
      </p:sp>
      <p:sp>
        <p:nvSpPr>
          <p:cNvPr id="3" name="Объект 2"/>
          <p:cNvSpPr>
            <a:spLocks noGrp="1"/>
          </p:cNvSpPr>
          <p:nvPr>
            <p:ph idx="1"/>
          </p:nvPr>
        </p:nvSpPr>
        <p:spPr>
          <a:xfrm>
            <a:off x="838200" y="2534562"/>
            <a:ext cx="10515600" cy="4351338"/>
          </a:xfrm>
        </p:spPr>
        <p:txBody>
          <a:bodyPr>
            <a:normAutofit/>
          </a:bodyPr>
          <a:lstStyle/>
          <a:p>
            <a:pPr marL="0" indent="0">
              <a:buNone/>
            </a:pPr>
            <a:endParaRPr lang="ru-RU" dirty="0"/>
          </a:p>
          <a:p>
            <a:r>
              <a:rPr lang="ru-RU" sz="1600" i="1" dirty="0"/>
              <a:t>Таблица прерываний в реальном режиме состоит из 256 элементов, каждый из которых имеет длину  4 байта и представляет собой дальний адрес (</a:t>
            </a:r>
            <a:r>
              <a:rPr lang="en-GB" sz="1600" i="1" dirty="0"/>
              <a:t>CS:IP) </a:t>
            </a:r>
            <a:r>
              <a:rPr lang="ru-RU" sz="1600" i="1" dirty="0"/>
              <a:t>процедуры обработки прерываний. Таблица прерываний реального режима все­гда находится в фиксированном месте физической памяти — в самом начале адресного пространства (адре­са 00000 по  003</a:t>
            </a:r>
            <a:r>
              <a:rPr lang="en-GB" sz="1600" i="1" dirty="0"/>
              <a:t>FF.</a:t>
            </a:r>
            <a:r>
              <a:rPr lang="ru-RU" sz="1600" i="1" dirty="0"/>
              <a:t>)</a:t>
            </a:r>
            <a:r>
              <a:rPr lang="en-GB" sz="1600" i="1" dirty="0"/>
              <a:t> </a:t>
            </a:r>
            <a:endParaRPr lang="ru-RU" sz="1600" i="1" dirty="0"/>
          </a:p>
          <a:p>
            <a:r>
              <a:rPr lang="ru-RU" sz="1600" i="1" dirty="0"/>
              <a:t>В защищенном режиме таблица прерываний носит на­ звание </a:t>
            </a:r>
            <a:r>
              <a:rPr lang="en-GB" sz="1600" i="1" dirty="0"/>
              <a:t>IDT (Interrupt Descriptor Table) </a:t>
            </a:r>
            <a:r>
              <a:rPr lang="ru-RU" sz="1600" i="1" dirty="0"/>
              <a:t>и может располагаться в любом месте физической памяти. Ее начало (32-разрядный физический адрес) и размер (16 бит) можно найти в регистре системных адресов </a:t>
            </a:r>
            <a:r>
              <a:rPr lang="en-GB" sz="1600" i="1" dirty="0"/>
              <a:t>IDTR. </a:t>
            </a:r>
            <a:r>
              <a:rPr lang="ru-RU" sz="1600" i="1" dirty="0"/>
              <a:t>Каждый из 256 эле­ментов таблицы прерываний представляет собой 8-байтный дескриптор. В таб­лице прерываний могут находиться только дескрипторы определенного типа — дескрипторы шлюзов прерываний, ловушек и задач. </a:t>
            </a:r>
            <a:endParaRPr lang="ru-RU" sz="1600" i="1" dirty="0"/>
          </a:p>
          <a:p>
            <a:endParaRPr lang="en-GB" sz="1600" i="1" dirty="0"/>
          </a:p>
          <a:p>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grpSp>
        <p:nvGrpSpPr>
          <p:cNvPr id="5" name="Группа 4"/>
          <p:cNvGrpSpPr/>
          <p:nvPr/>
        </p:nvGrpSpPr>
        <p:grpSpPr>
          <a:xfrm>
            <a:off x="839085" y="1476509"/>
            <a:ext cx="10287000" cy="1224161"/>
            <a:chOff x="0" y="0"/>
            <a:chExt cx="10287000" cy="1754874"/>
          </a:xfrm>
          <a:scene3d>
            <a:camera prst="orthographicFront"/>
            <a:lightRig rig="flat" dir="t"/>
          </a:scene3d>
        </p:grpSpPr>
        <p:sp>
          <p:nvSpPr>
            <p:cNvPr id="6" name="Скругленный прямоугольник 5"/>
            <p:cNvSpPr/>
            <p:nvPr/>
          </p:nvSpPr>
          <p:spPr>
            <a:xfrm>
              <a:off x="0" y="0"/>
              <a:ext cx="10287000" cy="1754874"/>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ru-RU"/>
            </a:p>
          </p:txBody>
        </p:sp>
        <p:sp>
          <p:nvSpPr>
            <p:cNvPr id="7" name="Скругленный прямоугольник 4"/>
            <p:cNvSpPr txBox="1"/>
            <p:nvPr/>
          </p:nvSpPr>
          <p:spPr>
            <a:xfrm>
              <a:off x="55656" y="55655"/>
              <a:ext cx="10175688" cy="1405442"/>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ru-RU" sz="1400" kern="1200" dirty="0"/>
            </a:p>
          </p:txBody>
        </p:sp>
      </p:grpSp>
      <p:sp>
        <p:nvSpPr>
          <p:cNvPr id="8" name="Прямоугольник 7"/>
          <p:cNvSpPr/>
          <p:nvPr/>
        </p:nvSpPr>
        <p:spPr>
          <a:xfrm>
            <a:off x="1121571" y="1729512"/>
            <a:ext cx="9831571" cy="646331"/>
          </a:xfrm>
          <a:prstGeom prst="rect">
            <a:avLst/>
          </a:prstGeom>
        </p:spPr>
        <p:txBody>
          <a:bodyPr wrap="square">
            <a:spAutoFit/>
          </a:bodyPr>
          <a:lstStyle/>
          <a:p>
            <a:r>
              <a:rPr lang="ru-RU" b="1" dirty="0">
                <a:solidFill>
                  <a:srgbClr val="0070C0"/>
                </a:solidFill>
              </a:rPr>
              <a:t>Таблица векторов прерываний  </a:t>
            </a:r>
            <a:r>
              <a:rPr lang="ru-RU" dirty="0">
                <a:solidFill>
                  <a:srgbClr val="0070C0"/>
                </a:solidFill>
              </a:rPr>
              <a:t>(</a:t>
            </a:r>
            <a:r>
              <a:rPr lang="en-GB" i="1" dirty="0">
                <a:solidFill>
                  <a:srgbClr val="0070C0"/>
                </a:solidFill>
              </a:rPr>
              <a:t>Interrupt Descriptor Table, IDT</a:t>
            </a:r>
            <a:r>
              <a:rPr lang="en-GB" dirty="0">
                <a:solidFill>
                  <a:srgbClr val="0070C0"/>
                </a:solidFill>
              </a:rPr>
              <a:t>) </a:t>
            </a:r>
            <a:r>
              <a:rPr lang="ru-RU" dirty="0">
                <a:solidFill>
                  <a:schemeClr val="bg1"/>
                </a:solidFill>
              </a:rPr>
              <a:t>используется в архитектуре </a:t>
            </a:r>
            <a:r>
              <a:rPr lang="en-GB" dirty="0">
                <a:solidFill>
                  <a:schemeClr val="bg1"/>
                </a:solidFill>
              </a:rPr>
              <a:t>x86 </a:t>
            </a:r>
            <a:r>
              <a:rPr lang="ru-RU" dirty="0">
                <a:solidFill>
                  <a:schemeClr val="bg1"/>
                </a:solidFill>
              </a:rPr>
              <a:t>и служит для определения корректного ответа на прерывания и исключения.</a:t>
            </a:r>
            <a:endParaRPr lang="ru-RU"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latin typeface="Open Sans" panose="020B0806030504020204" pitchFamily="34" charset="0"/>
                <a:ea typeface="Open Sans" panose="020B0806030504020204" pitchFamily="34" charset="0"/>
                <a:cs typeface="Open Sans" panose="020B0806030504020204" pitchFamily="34" charset="0"/>
              </a:rPr>
              <a:t>Схема обработки системных вызовов</a:t>
            </a:r>
            <a:br>
              <a:rPr lang="ru-RU" dirty="0">
                <a:latin typeface="Open Sans" panose="020B0806030504020204" pitchFamily="34" charset="0"/>
                <a:ea typeface="Open Sans" panose="020B0806030504020204" pitchFamily="34" charset="0"/>
                <a:cs typeface="Open Sans" panose="020B0806030504020204" pitchFamily="34" charset="0"/>
              </a:rPr>
            </a:br>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pic>
        <p:nvPicPr>
          <p:cNvPr id="5" name="Объект 4"/>
          <p:cNvPicPr>
            <a:picLocks noGrp="1" noChangeAspect="1"/>
          </p:cNvPicPr>
          <p:nvPr>
            <p:ph idx="1"/>
          </p:nvPr>
        </p:nvPicPr>
        <p:blipFill rotWithShape="1">
          <a:blip r:embed="rId1">
            <a:duotone>
              <a:schemeClr val="accent2">
                <a:shade val="45000"/>
                <a:satMod val="135000"/>
              </a:schemeClr>
              <a:prstClr val="white"/>
            </a:duotone>
            <a:extLst>
              <a:ext uri="{BEBA8EAE-BF5A-486C-A8C5-ECC9F3942E4B}">
                <a14:imgProps xmlns:a14="http://schemas.microsoft.com/office/drawing/2010/main">
                  <a14:imgLayer r:embed="rId2">
                    <a14:imgEffect>
                      <a14:brightnessContrast bright="23000" contrast="-61000"/>
                    </a14:imgEffect>
                    <a14:imgEffect>
                      <a14:sharpenSoften amount="100000"/>
                    </a14:imgEffect>
                  </a14:imgLayer>
                </a14:imgProps>
              </a:ext>
              <a:ext uri="{28A0092B-C50C-407E-A947-70E740481C1C}">
                <a14:useLocalDpi xmlns:a14="http://schemas.microsoft.com/office/drawing/2010/main" val="0"/>
              </a:ext>
            </a:extLst>
          </a:blip>
          <a:srcRect t="6237" b="1293"/>
          <a:stretch>
            <a:fillRect/>
          </a:stretch>
        </p:blipFill>
        <p:spPr>
          <a:xfrm>
            <a:off x="838199" y="2064878"/>
            <a:ext cx="8482781" cy="3812561"/>
          </a:xfrm>
          <a:prstGeom prst="rect">
            <a:avLst/>
          </a:prstGeom>
          <a:noFill/>
        </p:spPr>
      </p:pic>
      <mc:AlternateContent xmlns:mc="http://schemas.openxmlformats.org/markup-compatibility/2006" xmlns:p14="http://schemas.microsoft.com/office/powerpoint/2010/main">
        <mc:Choice Requires="p14">
          <p:contentPart r:id="rId3" p14:bwMode="auto">
            <p14:nvContentPartPr>
              <p14:cNvPr id="3" name="Рукописный ввод 2"/>
              <p14:cNvContentPartPr/>
              <p14:nvPr/>
            </p14:nvContentPartPr>
            <p14:xfrm>
              <a:off x="8662241" y="797652"/>
              <a:ext cx="360" cy="360"/>
            </p14:xfrm>
          </p:contentPart>
        </mc:Choice>
        <mc:Fallback xmlns="">
          <p:pic>
            <p:nvPicPr>
              <p:cNvPr id="3" name="Рукописный ввод 2"/>
            </p:nvPicPr>
            <p:blipFill>
              <a:blip r:embed="rId4"/>
            </p:blipFill>
            <p:spPr>
              <a:xfrm>
                <a:off x="8662241" y="797652"/>
                <a:ext cx="360" cy="360"/>
              </a:xfrm>
              <a:prstGeom prst="rect"/>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Диспетчеризация прерываний в ОС семейства </a:t>
            </a:r>
            <a:r>
              <a:rPr lang="en-GB" dirty="0"/>
              <a:t>Windows NT </a:t>
            </a:r>
            <a:br>
              <a:rPr lang="en-GB" dirty="0"/>
            </a:br>
            <a:endParaRPr lang="ru-RU" dirty="0"/>
          </a:p>
        </p:txBody>
      </p:sp>
      <p:pic>
        <p:nvPicPr>
          <p:cNvPr id="6" name="Объект 5" descr="Изображение выглядит как текст, двойной, снимок экрана, многоуровневый&#10;&#10;Автоматически созданное описание"/>
          <p:cNvPicPr>
            <a:picLocks noGrp="1" noChangeAspect="1"/>
          </p:cNvPicPr>
          <p:nvPr>
            <p:ph idx="1"/>
          </p:nvPr>
        </p:nvPicPr>
        <p:blipFill>
          <a:blip r:embed="rId1">
            <a:duotone>
              <a:schemeClr val="accent2">
                <a:shade val="45000"/>
                <a:satMod val="135000"/>
              </a:schemeClr>
              <a:prstClr val="white"/>
            </a:duotone>
            <a:extLst>
              <a:ext uri="{BEBA8EAE-BF5A-486C-A8C5-ECC9F3942E4B}">
                <a14:imgProps xmlns:a14="http://schemas.microsoft.com/office/drawing/2010/main">
                  <a14:imgLayer r:embed="rId2">
                    <a14:imgEffect>
                      <a14:colorTemperature colorTemp="9365"/>
                    </a14:imgEffect>
                    <a14:imgEffect>
                      <a14:saturation sat="0"/>
                    </a14:imgEffect>
                  </a14:imgLayer>
                </a14:imgProps>
              </a:ext>
            </a:extLst>
          </a:blip>
          <a:stretch>
            <a:fillRect/>
          </a:stretch>
        </p:blipFill>
        <p:spPr>
          <a:xfrm>
            <a:off x="838200" y="2043652"/>
            <a:ext cx="6849140" cy="3126781"/>
          </a:xfrm>
        </p:spPr>
      </p:pic>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dirty="0"/>
              <a:t>  </a:t>
            </a:r>
            <a:r>
              <a:rPr lang="ru-RU" dirty="0"/>
              <a:t>Последовательность действий при  обработке прерывания</a:t>
            </a:r>
            <a:endParaRPr lang="ru-RU" dirty="0"/>
          </a:p>
        </p:txBody>
      </p:sp>
      <p:sp>
        <p:nvSpPr>
          <p:cNvPr id="3" name="Объект 2"/>
          <p:cNvSpPr>
            <a:spLocks noGrp="1"/>
          </p:cNvSpPr>
          <p:nvPr>
            <p:ph idx="1"/>
          </p:nvPr>
        </p:nvSpPr>
        <p:spPr/>
        <p:txBody>
          <a:bodyPr>
            <a:normAutofit fontScale="40000" lnSpcReduction="20000"/>
          </a:bodyPr>
          <a:lstStyle/>
          <a:p>
            <a:r>
              <a:rPr lang="ru-RU" dirty="0"/>
              <a:t>При возникновении сигнала прерывания происходит первичное аппарат­ное распознавание типа прерывания. Если прерывания данного типа в настоя­ </a:t>
            </a:r>
            <a:r>
              <a:rPr lang="ru-RU" dirty="0" err="1"/>
              <a:t>щии</a:t>
            </a:r>
            <a:r>
              <a:rPr lang="ru-RU" dirty="0"/>
              <a:t>̆ момент запрещены (</a:t>
            </a:r>
            <a:r>
              <a:rPr lang="ru-RU" dirty="0" err="1"/>
              <a:t>схемои</a:t>
            </a:r>
            <a:r>
              <a:rPr lang="ru-RU" dirty="0"/>
              <a:t>̆ </a:t>
            </a:r>
            <a:r>
              <a:rPr lang="ru-RU" dirty="0" err="1"/>
              <a:t>приоритезации</a:t>
            </a:r>
            <a:r>
              <a:rPr lang="ru-RU" dirty="0"/>
              <a:t> или механизмом </a:t>
            </a:r>
            <a:r>
              <a:rPr lang="ru-RU" dirty="0" err="1"/>
              <a:t>маскирова</a:t>
            </a:r>
            <a:r>
              <a:rPr lang="ru-RU" dirty="0"/>
              <a:t>­ </a:t>
            </a:r>
            <a:r>
              <a:rPr lang="ru-RU" dirty="0" err="1"/>
              <a:t>ния</a:t>
            </a:r>
            <a:r>
              <a:rPr lang="ru-RU" dirty="0"/>
              <a:t>), то процессор продолжает поддерживать </a:t>
            </a:r>
            <a:r>
              <a:rPr lang="ru-RU" dirty="0" err="1"/>
              <a:t>естественныи</a:t>
            </a:r>
            <a:r>
              <a:rPr lang="ru-RU" dirty="0"/>
              <a:t>̆ ход </a:t>
            </a:r>
            <a:r>
              <a:rPr lang="ru-RU" dirty="0" err="1"/>
              <a:t>выполненя</a:t>
            </a:r>
            <a:r>
              <a:rPr lang="ru-RU" dirty="0"/>
              <a:t> команд. В противном случае в зависимости от </a:t>
            </a:r>
            <a:r>
              <a:rPr lang="ru-RU" dirty="0" err="1"/>
              <a:t>поступившеи</a:t>
            </a:r>
            <a:r>
              <a:rPr lang="ru-RU" dirty="0"/>
              <a:t>̆ в процессор информации (уровень прерывания, вектор прерывания или тип условия внутреннего прерывания) происходит </a:t>
            </a:r>
            <a:r>
              <a:rPr lang="ru-RU" dirty="0" err="1"/>
              <a:t>автоматическии</a:t>
            </a:r>
            <a:r>
              <a:rPr lang="ru-RU" dirty="0"/>
              <a:t>̆ вызов процедуры об­ </a:t>
            </a:r>
            <a:r>
              <a:rPr lang="ru-RU" dirty="0" err="1"/>
              <a:t>служивания</a:t>
            </a:r>
            <a:r>
              <a:rPr lang="ru-RU" dirty="0"/>
              <a:t> прерывания, адрес </a:t>
            </a:r>
            <a:r>
              <a:rPr lang="ru-RU" dirty="0" err="1"/>
              <a:t>которои</a:t>
            </a:r>
            <a:r>
              <a:rPr lang="ru-RU" dirty="0"/>
              <a:t>̆ находится в </a:t>
            </a:r>
            <a:r>
              <a:rPr lang="ru-RU" dirty="0" err="1"/>
              <a:t>специальнои</a:t>
            </a:r>
            <a:r>
              <a:rPr lang="ru-RU" dirty="0"/>
              <a:t>̆ таблице </a:t>
            </a:r>
            <a:r>
              <a:rPr lang="ru-RU" dirty="0" err="1"/>
              <a:t>операционнои</a:t>
            </a:r>
            <a:r>
              <a:rPr lang="ru-RU" dirty="0"/>
              <a:t>̆ системы, </a:t>
            </a:r>
            <a:r>
              <a:rPr lang="ru-RU" dirty="0" err="1"/>
              <a:t>размещаемои</a:t>
            </a:r>
            <a:r>
              <a:rPr lang="ru-RU" dirty="0"/>
              <a:t>̆ либо в регистрах процессора, либо в определенном месте </a:t>
            </a:r>
            <a:r>
              <a:rPr lang="ru-RU" dirty="0" err="1"/>
              <a:t>оперативнои</a:t>
            </a:r>
            <a:r>
              <a:rPr lang="ru-RU" dirty="0"/>
              <a:t>̆ памяти. </a:t>
            </a:r>
            <a:endParaRPr lang="ru-RU" dirty="0"/>
          </a:p>
          <a:p>
            <a:r>
              <a:rPr lang="ru-RU" dirty="0"/>
              <a:t>Автоматически сохраняется некоторая часть контекста прерванного потока, которая позволит ядру возобновить исполнение потока процесса после </a:t>
            </a:r>
            <a:r>
              <a:rPr lang="ru-RU" dirty="0" err="1"/>
              <a:t>обра</a:t>
            </a:r>
            <a:r>
              <a:rPr lang="ru-RU" dirty="0"/>
              <a:t>­ </a:t>
            </a:r>
            <a:r>
              <a:rPr lang="ru-RU" dirty="0" err="1"/>
              <a:t>ботки</a:t>
            </a:r>
            <a:r>
              <a:rPr lang="ru-RU" dirty="0"/>
              <a:t> прерывания. В это подмножество обычно включаются значения счет­ </a:t>
            </a:r>
            <a:r>
              <a:rPr lang="ru-RU" dirty="0" err="1"/>
              <a:t>чика</a:t>
            </a:r>
            <a:r>
              <a:rPr lang="ru-RU" dirty="0"/>
              <a:t> команд, слова состояния машины, хранящего признаки основных ре­ жимов работы процессора (пример такого слова —регистр </a:t>
            </a:r>
            <a:r>
              <a:rPr lang="en-GB" dirty="0"/>
              <a:t>EFLAGS </a:t>
            </a:r>
            <a:r>
              <a:rPr lang="ru-RU" dirty="0"/>
              <a:t>в </a:t>
            </a:r>
            <a:r>
              <a:rPr lang="en-GB" dirty="0"/>
              <a:t>Intel Pentium), </a:t>
            </a:r>
            <a:r>
              <a:rPr lang="ru-RU" dirty="0"/>
              <a:t>а также нескольких регистров общего назначения, которые требу­ </a:t>
            </a:r>
            <a:r>
              <a:rPr lang="ru-RU" dirty="0" err="1"/>
              <a:t>ются</a:t>
            </a:r>
            <a:r>
              <a:rPr lang="ru-RU" dirty="0"/>
              <a:t> программе обслуживания прерывания. Может быть сохранен и </a:t>
            </a:r>
            <a:r>
              <a:rPr lang="ru-RU" dirty="0" err="1"/>
              <a:t>полныи</a:t>
            </a:r>
            <a:r>
              <a:rPr lang="ru-RU" dirty="0"/>
              <a:t>̆ контекст процесса, если ОС обрабатывает данное прерывание со </a:t>
            </a:r>
            <a:r>
              <a:rPr lang="ru-RU" dirty="0" err="1"/>
              <a:t>сменои</a:t>
            </a:r>
            <a:r>
              <a:rPr lang="ru-RU" dirty="0"/>
              <a:t>̆ процесса. Однако в общем случае это не обязательно, часто обработка пре­ </a:t>
            </a:r>
            <a:r>
              <a:rPr lang="ru-RU" dirty="0" err="1"/>
              <a:t>рывании</a:t>
            </a:r>
            <a:r>
              <a:rPr lang="ru-RU" dirty="0"/>
              <a:t>̆ выполняется без вытеснения текущего процесса1. </a:t>
            </a:r>
            <a:endParaRPr lang="ru-RU" dirty="0"/>
          </a:p>
          <a:p>
            <a:r>
              <a:rPr lang="ru-RU" dirty="0"/>
              <a:t>Одновременно с </a:t>
            </a:r>
            <a:r>
              <a:rPr lang="ru-RU" dirty="0" err="1"/>
              <a:t>загрузкои</a:t>
            </a:r>
            <a:r>
              <a:rPr lang="ru-RU" dirty="0"/>
              <a:t>̆ адреса процедуры обслуживания прерываний в счетчик команд может автоматически выполняться загрузка нового </a:t>
            </a:r>
            <a:r>
              <a:rPr lang="ru-RU" dirty="0" err="1"/>
              <a:t>значе</a:t>
            </a:r>
            <a:r>
              <a:rPr lang="ru-RU" dirty="0"/>
              <a:t>­ </a:t>
            </a:r>
            <a:r>
              <a:rPr lang="ru-RU" dirty="0" err="1"/>
              <a:t>ния</a:t>
            </a:r>
            <a:r>
              <a:rPr lang="ru-RU" dirty="0"/>
              <a:t> слова состояния машины (или </a:t>
            </a:r>
            <a:r>
              <a:rPr lang="ru-RU" dirty="0" err="1"/>
              <a:t>другои</a:t>
            </a:r>
            <a:r>
              <a:rPr lang="ru-RU" dirty="0"/>
              <a:t>̆ </a:t>
            </a:r>
            <a:r>
              <a:rPr lang="ru-RU" dirty="0" err="1"/>
              <a:t>системнои</a:t>
            </a:r>
            <a:r>
              <a:rPr lang="ru-RU" dirty="0"/>
              <a:t>̆ структуры, например селектора кодового сегмента в процессоре </a:t>
            </a:r>
            <a:r>
              <a:rPr lang="en-GB" dirty="0"/>
              <a:t>Pentium), </a:t>
            </a:r>
            <a:r>
              <a:rPr lang="ru-RU" dirty="0"/>
              <a:t>которое определяет ре­ жимы работы процессора при обработке прерывания, в том числе работу в привилегированном режиме. В некоторых моделях процессоров переход в </a:t>
            </a:r>
            <a:r>
              <a:rPr lang="ru-RU" dirty="0" err="1"/>
              <a:t>привилегированныи</a:t>
            </a:r>
            <a:r>
              <a:rPr lang="ru-RU" dirty="0"/>
              <a:t>̆ режим за счет смены состояния машины при обработке прерывания является единственным способом смены режима. Прерывания практически во всех мультипрограммных ОС обрабатываются в </a:t>
            </a:r>
            <a:r>
              <a:rPr lang="ru-RU" dirty="0" err="1"/>
              <a:t>привилеги</a:t>
            </a:r>
            <a:r>
              <a:rPr lang="ru-RU" dirty="0"/>
              <a:t>­ </a:t>
            </a:r>
            <a:r>
              <a:rPr lang="ru-RU" dirty="0" err="1"/>
              <a:t>рованном</a:t>
            </a:r>
            <a:r>
              <a:rPr lang="ru-RU" dirty="0"/>
              <a:t> режиме модулями ядра, так как при этом обычно нужно </a:t>
            </a:r>
            <a:r>
              <a:rPr lang="ru-RU" dirty="0" err="1"/>
              <a:t>выпол</a:t>
            </a:r>
            <a:r>
              <a:rPr lang="ru-RU" dirty="0"/>
              <a:t>­ нить ряд критических операций, от которых зависит жизнеспособность </a:t>
            </a:r>
            <a:r>
              <a:rPr lang="ru-RU" dirty="0" err="1"/>
              <a:t>сис</a:t>
            </a:r>
            <a:r>
              <a:rPr lang="ru-RU" dirty="0"/>
              <a:t>­ темы —управлять внешними </a:t>
            </a:r>
            <a:r>
              <a:rPr lang="ru-RU" dirty="0" err="1"/>
              <a:t>устройствами</a:t>
            </a:r>
            <a:r>
              <a:rPr lang="ru-RU" dirty="0"/>
              <a:t>, перепланировать потоки и т. п. </a:t>
            </a:r>
            <a:endParaRPr lang="ru-RU" dirty="0"/>
          </a:p>
          <a:p>
            <a:r>
              <a:rPr lang="ru-RU" dirty="0"/>
              <a:t>4. Временно запрещаются прерывания данного типа, чтобы не образовалась очередь вложенных друг в друга потоков </a:t>
            </a:r>
            <a:r>
              <a:rPr lang="ru-RU" dirty="0" err="1"/>
              <a:t>однои</a:t>
            </a:r>
            <a:r>
              <a:rPr lang="ru-RU" dirty="0"/>
              <a:t>̆ и той же процедуры. Детали выполнения </a:t>
            </a:r>
            <a:r>
              <a:rPr lang="ru-RU" dirty="0" err="1"/>
              <a:t>этои</a:t>
            </a:r>
            <a:r>
              <a:rPr lang="ru-RU" dirty="0"/>
              <a:t>̆ операции зависят от </a:t>
            </a:r>
            <a:r>
              <a:rPr lang="ru-RU" dirty="0" err="1"/>
              <a:t>особенностеи</a:t>
            </a:r>
            <a:r>
              <a:rPr lang="ru-RU" dirty="0"/>
              <a:t>̆ </a:t>
            </a:r>
            <a:r>
              <a:rPr lang="ru-RU" dirty="0" err="1"/>
              <a:t>аппаратнои</a:t>
            </a:r>
            <a:r>
              <a:rPr lang="ru-RU" dirty="0"/>
              <a:t>̆ платформы, например, может использоваться механизм маскирования прерываний. Многие процессоры автоматически устанавливают признак запрета </a:t>
            </a:r>
            <a:r>
              <a:rPr lang="ru-RU" dirty="0" err="1"/>
              <a:t>преры</a:t>
            </a:r>
            <a:r>
              <a:rPr lang="ru-RU" dirty="0"/>
              <a:t>­ </a:t>
            </a:r>
            <a:r>
              <a:rPr lang="ru-RU" dirty="0" err="1"/>
              <a:t>вании</a:t>
            </a:r>
            <a:r>
              <a:rPr lang="ru-RU" dirty="0"/>
              <a:t>̆ в начале цикла обработки прерывания, в противном случае это делает процедура обслуживания прерываний. </a:t>
            </a:r>
            <a:endParaRPr lang="ru-RU" dirty="0"/>
          </a:p>
          <a:p>
            <a:r>
              <a:rPr lang="ru-RU" dirty="0"/>
              <a:t>5. После того как прерывание обработано ядром </a:t>
            </a:r>
            <a:r>
              <a:rPr lang="ru-RU" dirty="0" err="1"/>
              <a:t>операционнои</a:t>
            </a:r>
            <a:r>
              <a:rPr lang="ru-RU" dirty="0"/>
              <a:t>̆ системы, пре­ </a:t>
            </a:r>
            <a:r>
              <a:rPr lang="ru-RU" dirty="0" err="1"/>
              <a:t>рванныи</a:t>
            </a:r>
            <a:r>
              <a:rPr lang="ru-RU" dirty="0"/>
              <a:t>̆ контекст восстанавливается, и работа потока возобновляется с пре­ рванного места. Часть контекста (например, адрес </a:t>
            </a:r>
            <a:r>
              <a:rPr lang="ru-RU" dirty="0" err="1"/>
              <a:t>следующеи</a:t>
            </a:r>
            <a:r>
              <a:rPr lang="ru-RU" dirty="0"/>
              <a:t>̆ команды и </a:t>
            </a:r>
            <a:r>
              <a:rPr lang="ru-RU" dirty="0" err="1"/>
              <a:t>сло</a:t>
            </a:r>
            <a:r>
              <a:rPr lang="ru-RU" dirty="0"/>
              <a:t>­ во состояния машины) восстанавливается </a:t>
            </a:r>
            <a:r>
              <a:rPr lang="ru-RU" dirty="0" err="1"/>
              <a:t>аппаратно</a:t>
            </a:r>
            <a:r>
              <a:rPr lang="ru-RU" dirty="0"/>
              <a:t> по команде возврата из прерываний, а часть —программным способом с помощью явных команд из­ влечения данных из стека. При возврате из прерывания </a:t>
            </a:r>
            <a:r>
              <a:rPr lang="ru-RU" dirty="0" err="1"/>
              <a:t>блокировка'повтор</a:t>
            </a:r>
            <a:r>
              <a:rPr lang="ru-RU" dirty="0"/>
              <a:t>­ </a:t>
            </a:r>
            <a:r>
              <a:rPr lang="ru-RU" dirty="0" err="1"/>
              <a:t>ных</a:t>
            </a:r>
            <a:r>
              <a:rPr lang="ru-RU" dirty="0"/>
              <a:t> прерываний данного типа снимается. </a:t>
            </a:r>
            <a:endParaRPr lang="ru-RU" dirty="0"/>
          </a:p>
          <a:p>
            <a:endParaRPr lang="ru-RU" dirty="0"/>
          </a:p>
          <a:p>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77500" lnSpcReduction="20000"/>
          </a:bodyPr>
          <a:lstStyle/>
          <a:p>
            <a:r>
              <a:rPr lang="ru-RU" dirty="0"/>
              <a:t>Прерываниям приписывается приоритет, с помощью которого они ранжиру­ются по степени важности и срочности. О прерываниях, имеющих одинаковое значение приоритета, говорят, что они относятся к одному </a:t>
            </a:r>
            <a:r>
              <a:rPr lang="ru-RU" b="1" i="1" dirty="0"/>
              <a:t>уровню приоритета </a:t>
            </a:r>
            <a:r>
              <a:rPr lang="ru-RU" dirty="0"/>
              <a:t>прерываний, </a:t>
            </a:r>
            <a:r>
              <a:rPr lang="en-GB" b="1" i="1" dirty="0"/>
              <a:t>t </a:t>
            </a:r>
            <a:endParaRPr lang="en-GB" dirty="0"/>
          </a:p>
          <a:p>
            <a:r>
              <a:rPr lang="ru-RU" dirty="0"/>
              <a:t>Прерывания обычно обрабатываются модулями операционной системы, так как действия, выполняемые по прерыванию, относятся к управлению разделяе­мыми ресурсами вычислительной̆ системы: принтером, диском, </a:t>
            </a:r>
            <a:r>
              <a:rPr lang="ru-RU" dirty="0" err="1"/>
              <a:t>таймером</a:t>
            </a:r>
            <a:r>
              <a:rPr lang="ru-RU" dirty="0"/>
              <a:t>, </a:t>
            </a:r>
            <a:r>
              <a:rPr lang="ru-RU" dirty="0" err="1"/>
              <a:t>процес</a:t>
            </a:r>
            <a:r>
              <a:rPr lang="ru-RU" dirty="0"/>
              <a:t>­ сором и т. п. Процедуры, вызываемые по прерываниям, обычно называют обра­ботчиками прерываний, или процедурами обслуживания прерываний (</a:t>
            </a:r>
            <a:r>
              <a:rPr lang="en-GB" dirty="0"/>
              <a:t>Interrupt Service Routine, ISR). </a:t>
            </a:r>
            <a:r>
              <a:rPr lang="ru-RU" dirty="0"/>
              <a:t>Аппаратные прерывания обрабатываются </a:t>
            </a:r>
            <a:r>
              <a:rPr lang="ru-RU" dirty="0" err="1"/>
              <a:t>драйверами</a:t>
            </a:r>
            <a:r>
              <a:rPr lang="ru-RU" dirty="0"/>
              <a:t> </a:t>
            </a:r>
            <a:r>
              <a:rPr lang="ru-RU" dirty="0" err="1"/>
              <a:t>соот</a:t>
            </a:r>
            <a:r>
              <a:rPr lang="ru-RU" dirty="0"/>
              <a:t>­ </a:t>
            </a:r>
            <a:r>
              <a:rPr lang="ru-RU" dirty="0" err="1"/>
              <a:t>ветствующих</a:t>
            </a:r>
            <a:r>
              <a:rPr lang="ru-RU" dirty="0"/>
              <a:t> внешних </a:t>
            </a:r>
            <a:r>
              <a:rPr lang="ru-RU" dirty="0" err="1"/>
              <a:t>устройств</a:t>
            </a:r>
            <a:r>
              <a:rPr lang="ru-RU" dirty="0"/>
              <a:t>; </a:t>
            </a:r>
            <a:r>
              <a:rPr lang="ru-RU" dirty="0" err="1"/>
              <a:t>исключенияспециальными</a:t>
            </a:r>
            <a:r>
              <a:rPr lang="ru-RU" dirty="0"/>
              <a:t> модулями ядра, программные прерывания —процедурами ОС, обслуживающими систем­ </a:t>
            </a:r>
            <a:r>
              <a:rPr lang="ru-RU" dirty="0" err="1"/>
              <a:t>ные</a:t>
            </a:r>
            <a:r>
              <a:rPr lang="ru-RU" dirty="0"/>
              <a:t> вызовы. Помимо этих </a:t>
            </a:r>
            <a:r>
              <a:rPr lang="ru-RU" dirty="0" err="1"/>
              <a:t>модулеи</a:t>
            </a:r>
            <a:r>
              <a:rPr lang="ru-RU" dirty="0"/>
              <a:t>̆ в </a:t>
            </a:r>
            <a:r>
              <a:rPr lang="ru-RU" dirty="0" err="1"/>
              <a:t>операционнои</a:t>
            </a:r>
            <a:r>
              <a:rPr lang="ru-RU" dirty="0"/>
              <a:t>̆ системе может находиться так </a:t>
            </a:r>
            <a:r>
              <a:rPr lang="ru-RU" dirty="0" err="1"/>
              <a:t>называемыи</a:t>
            </a:r>
            <a:r>
              <a:rPr lang="ru-RU" dirty="0"/>
              <a:t>̆ диспетчер прерываний, </a:t>
            </a:r>
            <a:r>
              <a:rPr lang="ru-RU" dirty="0" err="1"/>
              <a:t>которыи</a:t>
            </a:r>
            <a:r>
              <a:rPr lang="ru-RU" dirty="0"/>
              <a:t>̆ координирует работу </a:t>
            </a:r>
            <a:r>
              <a:rPr lang="ru-RU" dirty="0" err="1"/>
              <a:t>отдель</a:t>
            </a:r>
            <a:r>
              <a:rPr lang="ru-RU" dirty="0"/>
              <a:t>­ </a:t>
            </a:r>
            <a:r>
              <a:rPr lang="ru-RU" dirty="0" err="1"/>
              <a:t>ных</a:t>
            </a:r>
            <a:r>
              <a:rPr lang="ru-RU" dirty="0"/>
              <a:t> обработчиков прерываний. </a:t>
            </a:r>
            <a:endParaRPr lang="ru-RU" dirty="0"/>
          </a:p>
          <a:p>
            <a:endParaRPr lang="ru-RU" dirty="0"/>
          </a:p>
        </p:txBody>
      </p:sp>
      <p:sp>
        <p:nvSpPr>
          <p:cNvPr id="4" name="Номер слайда 3"/>
          <p:cNvSpPr>
            <a:spLocks noGrp="1"/>
          </p:cNvSpPr>
          <p:nvPr>
            <p:ph type="sldNum" sz="quarter" idx="12"/>
          </p:nvPr>
        </p:nvSpPr>
        <p:spPr/>
        <p:txBody>
          <a:bodyPr/>
          <a:lstStyle/>
          <a:p>
            <a:fld id="{B1BDD235-2C9F-4904-9851-50EAB06F8B3D}" type="slidenum">
              <a:rPr lang="ru-RU" smtClean="0"/>
            </a:fld>
            <a:endParaRPr lang="ru-RU"/>
          </a:p>
        </p:txBody>
      </p:sp>
    </p:spTree>
  </p:cSld>
  <p:clrMapOvr>
    <a:masterClrMapping/>
  </p:clrMapOvr>
  <p:transition/>
</p:sld>
</file>

<file path=ppt/theme/theme1.xml><?xml version="1.0" encoding="utf-8"?>
<a:theme xmlns:a="http://schemas.openxmlformats.org/drawingml/2006/main" name="1_Тема Office">
  <a:themeElements>
    <a:clrScheme name="Другая 10">
      <a:dk1>
        <a:srgbClr val="000000"/>
      </a:dk1>
      <a:lt1>
        <a:srgbClr val="EACE97"/>
      </a:lt1>
      <a:dk2>
        <a:srgbClr val="BC8A26"/>
      </a:dk2>
      <a:lt2>
        <a:srgbClr val="EEEEEE"/>
      </a:lt2>
      <a:accent1>
        <a:srgbClr val="292C35"/>
      </a:accent1>
      <a:accent2>
        <a:srgbClr val="475972"/>
      </a:accent2>
      <a:accent3>
        <a:srgbClr val="E9E2C9"/>
      </a:accent3>
      <a:accent4>
        <a:srgbClr val="FFDD6B"/>
      </a:accent4>
      <a:accent5>
        <a:srgbClr val="DCAE52"/>
      </a:accent5>
      <a:accent6>
        <a:srgbClr val="AF7132"/>
      </a:accent6>
      <a:hlink>
        <a:srgbClr val="DCAE52"/>
      </a:hlink>
      <a:folHlink>
        <a:srgbClr val="0097A7"/>
      </a:folHlink>
    </a:clrScheme>
    <a:fontScheme name="Open Sans">
      <a:majorFont>
        <a:latin typeface="Open Sans"/>
        <a:ea typeface=""/>
        <a:cs typeface=""/>
      </a:majorFont>
      <a:minorFont>
        <a:latin typeface="Open Sans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Другая 10">
    <a:dk1>
      <a:srgbClr val="000000"/>
    </a:dk1>
    <a:lt1>
      <a:srgbClr val="EACE97"/>
    </a:lt1>
    <a:dk2>
      <a:srgbClr val="BC8A26"/>
    </a:dk2>
    <a:lt2>
      <a:srgbClr val="EEEEEE"/>
    </a:lt2>
    <a:accent1>
      <a:srgbClr val="292C35"/>
    </a:accent1>
    <a:accent2>
      <a:srgbClr val="475972"/>
    </a:accent2>
    <a:accent3>
      <a:srgbClr val="E9E2C9"/>
    </a:accent3>
    <a:accent4>
      <a:srgbClr val="FFDD6B"/>
    </a:accent4>
    <a:accent5>
      <a:srgbClr val="DCAE52"/>
    </a:accent5>
    <a:accent6>
      <a:srgbClr val="AF7132"/>
    </a:accent6>
    <a:hlink>
      <a:srgbClr val="DCAE52"/>
    </a:hlink>
    <a:folHlink>
      <a:srgbClr val="0097A7"/>
    </a:folHlink>
  </a:clrScheme>
</a:themeOverride>
</file>

<file path=ppt/theme/themeOverride2.xml><?xml version="1.0" encoding="utf-8"?>
<a:themeOverride xmlns:a="http://schemas.openxmlformats.org/drawingml/2006/main">
  <a:clrScheme name="Другая 10">
    <a:dk1>
      <a:srgbClr val="000000"/>
    </a:dk1>
    <a:lt1>
      <a:srgbClr val="EACE97"/>
    </a:lt1>
    <a:dk2>
      <a:srgbClr val="BC8A26"/>
    </a:dk2>
    <a:lt2>
      <a:srgbClr val="EEEEEE"/>
    </a:lt2>
    <a:accent1>
      <a:srgbClr val="292C35"/>
    </a:accent1>
    <a:accent2>
      <a:srgbClr val="475972"/>
    </a:accent2>
    <a:accent3>
      <a:srgbClr val="E9E2C9"/>
    </a:accent3>
    <a:accent4>
      <a:srgbClr val="FFDD6B"/>
    </a:accent4>
    <a:accent5>
      <a:srgbClr val="DCAE52"/>
    </a:accent5>
    <a:accent6>
      <a:srgbClr val="AF7132"/>
    </a:accent6>
    <a:hlink>
      <a:srgbClr val="DCAE52"/>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0</TotalTime>
  <Words>8497</Words>
  <Application>WPS Presentation</Application>
  <PresentationFormat>Широкоэкранный</PresentationFormat>
  <Paragraphs>214</Paragraphs>
  <Slides>42</Slides>
  <Notes>3</Notes>
  <HiddenSlides>2</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42</vt:i4>
      </vt:variant>
    </vt:vector>
  </HeadingPairs>
  <TitlesOfParts>
    <vt:vector size="64" baseType="lpstr">
      <vt:lpstr>Arial</vt:lpstr>
      <vt:lpstr>SimSun</vt:lpstr>
      <vt:lpstr>Wingdings</vt:lpstr>
      <vt:lpstr>Open Sans</vt:lpstr>
      <vt:lpstr>Yu Gothic UI Semibold</vt:lpstr>
      <vt:lpstr>Arial</vt:lpstr>
      <vt:lpstr>Open Sans Light</vt:lpstr>
      <vt:lpstr>Times New Roman</vt:lpstr>
      <vt:lpstr>KSOF99748B98</vt:lpstr>
      <vt:lpstr>Segoe Print</vt:lpstr>
      <vt:lpstr>Microsoft YaHei</vt:lpstr>
      <vt:lpstr>Arial Unicode MS</vt:lpstr>
      <vt:lpstr>Calibri</vt:lpstr>
      <vt:lpstr>Wingdings 2</vt:lpstr>
      <vt:lpstr>Corbel</vt:lpstr>
      <vt:lpstr>.SFNSDisplay</vt:lpstr>
      <vt:lpstr>-apple-system</vt:lpstr>
      <vt:lpstr>KSOF8B72259B</vt:lpstr>
      <vt:lpstr>KSOF3AC8479A</vt:lpstr>
      <vt:lpstr>KSOFEA1E6999</vt:lpstr>
      <vt:lpstr>Wingdings</vt:lpstr>
      <vt:lpstr>1_Тема Office</vt:lpstr>
      <vt:lpstr>Аппаратная поддержка ОС</vt:lpstr>
      <vt:lpstr>Электронная система </vt:lpstr>
      <vt:lpstr>PowerPoint 演示文稿</vt:lpstr>
      <vt:lpstr>Система на «жесткой логике» </vt:lpstr>
      <vt:lpstr>PowerPoint 演示文稿</vt:lpstr>
      <vt:lpstr>Программируемая (универсальная) электронная система</vt:lpstr>
      <vt:lpstr>Микропроцессоры </vt:lpstr>
      <vt:lpstr>Современные многоуровневые машины</vt:lpstr>
      <vt:lpstr>Структура простейшего процессора </vt:lpstr>
      <vt:lpstr>Структура  микропроцессора семейства x86</vt:lpstr>
      <vt:lpstr>Регистры МП х86</vt:lpstr>
      <vt:lpstr>Программная модель МП Intel x86</vt:lpstr>
      <vt:lpstr>Регистр флагов</vt:lpstr>
      <vt:lpstr>Управляющие и системные регистры</vt:lpstr>
      <vt:lpstr>Компоненты персонального компьютера</vt:lpstr>
      <vt:lpstr>Функционирование МП системы </vt:lpstr>
      <vt:lpstr>Режимы работы микропроцессорной системы </vt:lpstr>
      <vt:lpstr>Программный обмен информацией </vt:lpstr>
      <vt:lpstr>Обмен по прерываниям </vt:lpstr>
      <vt:lpstr>Прямой доступ к памяти </vt:lpstr>
      <vt:lpstr>Прямой доступ к памяти </vt:lpstr>
      <vt:lpstr>Прерывания</vt:lpstr>
      <vt:lpstr>Обмен по прерываниям </vt:lpstr>
      <vt:lpstr>Прерывания</vt:lpstr>
      <vt:lpstr>Система прерываний В зависимости от источника, прерывания делятся на:</vt:lpstr>
      <vt:lpstr>Прерывания</vt:lpstr>
      <vt:lpstr>Аппаратные прерывания</vt:lpstr>
      <vt:lpstr>Схемы аппаратных прерываний</vt:lpstr>
      <vt:lpstr>Контроллер прерываний Intel 8259 PIC</vt:lpstr>
      <vt:lpstr>Dual PIC</vt:lpstr>
      <vt:lpstr>PowerPoint 演示文稿</vt:lpstr>
      <vt:lpstr>PCA</vt:lpstr>
      <vt:lpstr> APIC</vt:lpstr>
      <vt:lpstr>MSI </vt:lpstr>
      <vt:lpstr>Обработка прерывания</vt:lpstr>
      <vt:lpstr>Обработка прерываний</vt:lpstr>
      <vt:lpstr>PowerPoint 演示文稿</vt:lpstr>
      <vt:lpstr>Таблица векторов прерываний  </vt:lpstr>
      <vt:lpstr>Схема обработки системных вызовов </vt:lpstr>
      <vt:lpstr>Диспетчеризация прерываний в ОС семейства Windows NT  </vt:lpstr>
      <vt:lpstr>  Последовательность действий при  обработке прерывания</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Татьяна Королькова</dc:creator>
  <cp:lastModifiedBy>yeel</cp:lastModifiedBy>
  <cp:revision>44</cp:revision>
  <dcterms:created xsi:type="dcterms:W3CDTF">2021-08-31T13:54:00Z</dcterms:created>
  <dcterms:modified xsi:type="dcterms:W3CDTF">2026-09-21T11:32:19Z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F09F23E941B643E49C69648A1A2B55BB_12</vt:lpwstr>
  </property>
</Properties>
</file>